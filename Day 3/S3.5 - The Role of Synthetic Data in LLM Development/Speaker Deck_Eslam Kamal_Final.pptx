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9"/>
  </p:notesMasterIdLst>
  <p:sldIdLst>
    <p:sldId id="308" r:id="rId5"/>
    <p:sldId id="258" r:id="rId6"/>
    <p:sldId id="305" r:id="rId7"/>
    <p:sldId id="259" r:id="rId8"/>
    <p:sldId id="306" r:id="rId9"/>
    <p:sldId id="313" r:id="rId10"/>
    <p:sldId id="314" r:id="rId11"/>
    <p:sldId id="315" r:id="rId12"/>
    <p:sldId id="321" r:id="rId13"/>
    <p:sldId id="322" r:id="rId14"/>
    <p:sldId id="323" r:id="rId15"/>
    <p:sldId id="324" r:id="rId16"/>
    <p:sldId id="325" r:id="rId17"/>
    <p:sldId id="326" r:id="rId18"/>
    <p:sldId id="320" r:id="rId19"/>
    <p:sldId id="327" r:id="rId20"/>
    <p:sldId id="328" r:id="rId21"/>
    <p:sldId id="317" r:id="rId22"/>
    <p:sldId id="329" r:id="rId23"/>
    <p:sldId id="330" r:id="rId24"/>
    <p:sldId id="319" r:id="rId25"/>
    <p:sldId id="331" r:id="rId26"/>
    <p:sldId id="332" r:id="rId27"/>
    <p:sldId id="309" r:id="rId28"/>
  </p:sldIdLst>
  <p:sldSz cx="18288000" cy="10287000"/>
  <p:notesSz cx="6858000" cy="9144000"/>
  <p:embeddedFontLst>
    <p:embeddedFont>
      <p:font typeface="Lexend Deca" panose="020B0604020202020204" charset="0"/>
      <p:regular r:id="rId30"/>
    </p:embeddedFont>
    <p:embeddedFont>
      <p:font typeface="Outfit" panose="020B0604020202020204" charset="0"/>
      <p:regular r:id="rId31"/>
    </p:embeddedFont>
    <p:embeddedFont>
      <p:font typeface="Outfit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5E2750-C8D4-4E05-BB4E-2457040D175C}">
          <p14:sldIdLst>
            <p14:sldId id="308"/>
            <p14:sldId id="258"/>
            <p14:sldId id="305"/>
            <p14:sldId id="259"/>
          </p14:sldIdLst>
        </p14:section>
        <p14:section name="Introduction to Synthetic Data" id="{CBDA4109-A12F-424C-98F3-9ECEB94CCE26}">
          <p14:sldIdLst>
            <p14:sldId id="306"/>
            <p14:sldId id="313"/>
            <p14:sldId id="314"/>
          </p14:sldIdLst>
        </p14:section>
        <p14:section name="Accelerating Data Curation" id="{69B59BAB-F30E-4675-8AB5-1248B9F8FFF8}">
          <p14:sldIdLst>
            <p14:sldId id="315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Synthetic Data in LLM Distillation" id="{85F72362-4F07-4624-AA67-9CA329FDDFAA}">
          <p14:sldIdLst>
            <p14:sldId id="320"/>
            <p14:sldId id="327"/>
            <p14:sldId id="328"/>
          </p14:sldIdLst>
        </p14:section>
        <p14:section name="Preference Alignment Case Study" id="{C8136E43-F630-4849-AB39-F1817E7BC0AF}">
          <p14:sldIdLst>
            <p14:sldId id="317"/>
            <p14:sldId id="329"/>
            <p14:sldId id="330"/>
          </p14:sldIdLst>
        </p14:section>
        <p14:section name="Building Robustness with Synthetic Data" id="{897B549F-6264-4108-8EDF-910453E3034F}">
          <p14:sldIdLst>
            <p14:sldId id="319"/>
            <p14:sldId id="331"/>
            <p14:sldId id="332"/>
          </p14:sldIdLst>
        </p14:section>
        <p14:section name="Closing" id="{3EAD7E9B-81B2-4140-98E7-BE0F984D7FB5}">
          <p14:sldIdLst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97E51A-5BF5-83BE-2A6F-07533FE4F8B2}" name="David Sugarman" initials="DS" userId="S::davids@packt.com::147eb03a-6a4b-4b86-8143-1a0addc55414" providerId="AD"/>
  <p188:author id="{E7E3B696-FFB9-1FAA-18D5-E5E9EB11E51E}" name="Guest User" initials="GU" userId="S::urn:spo:tenantanon#93ae660e-4895-4413-a75e-c5a4de429c0e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F81BD"/>
    <a:srgbClr val="9BBB59"/>
    <a:srgbClr val="C0504D"/>
    <a:srgbClr val="1F497D"/>
    <a:srgbClr val="E46C0A"/>
    <a:srgbClr val="4BACC6"/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3D59C-9B55-490A-9A8B-8E7C74930BC3}" v="31" dt="2025-07-18T13:06:30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4" autoAdjust="0"/>
    <p:restoredTop sz="82681" autoAdjust="0"/>
  </p:normalViewPr>
  <p:slideViewPr>
    <p:cSldViewPr>
      <p:cViewPr varScale="1">
        <p:scale>
          <a:sx n="45" d="100"/>
          <a:sy n="45" d="100"/>
        </p:scale>
        <p:origin x="880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ugarman" userId="147eb03a-6a4b-4b86-8143-1a0addc55414" providerId="ADAL" clId="{0E169D5A-C4DB-4320-A6FF-7EDEEF5660E0}"/>
    <pc:docChg chg="undo custSel modSld">
      <pc:chgData name="David Sugarman" userId="147eb03a-6a4b-4b86-8143-1a0addc55414" providerId="ADAL" clId="{0E169D5A-C4DB-4320-A6FF-7EDEEF5660E0}" dt="2025-07-14T13:50:40.006" v="40" actId="20577"/>
      <pc:docMkLst>
        <pc:docMk/>
      </pc:docMkLst>
      <pc:sldChg chg="modSp mod">
        <pc:chgData name="David Sugarman" userId="147eb03a-6a4b-4b86-8143-1a0addc55414" providerId="ADAL" clId="{0E169D5A-C4DB-4320-A6FF-7EDEEF5660E0}" dt="2025-07-14T13:33:16.222" v="0" actId="20577"/>
        <pc:sldMkLst>
          <pc:docMk/>
          <pc:sldMk cId="2285397703" sldId="305"/>
        </pc:sldMkLst>
        <pc:spChg chg="mod">
          <ac:chgData name="David Sugarman" userId="147eb03a-6a4b-4b86-8143-1a0addc55414" providerId="ADAL" clId="{0E169D5A-C4DB-4320-A6FF-7EDEEF5660E0}" dt="2025-07-14T13:33:16.222" v="0" actId="20577"/>
          <ac:spMkLst>
            <pc:docMk/>
            <pc:sldMk cId="2285397703" sldId="305"/>
            <ac:spMk id="19" creationId="{37273BFE-D528-2975-77E7-7CAFE278CA06}"/>
          </ac:spMkLst>
        </pc:spChg>
      </pc:sldChg>
      <pc:sldChg chg="modSp mod modNotesTx">
        <pc:chgData name="David Sugarman" userId="147eb03a-6a4b-4b86-8143-1a0addc55414" providerId="ADAL" clId="{0E169D5A-C4DB-4320-A6FF-7EDEEF5660E0}" dt="2025-07-14T13:35:25.797" v="10" actId="20577"/>
        <pc:sldMkLst>
          <pc:docMk/>
          <pc:sldMk cId="3414594794" sldId="313"/>
        </pc:sldMkLst>
        <pc:spChg chg="mod">
          <ac:chgData name="David Sugarman" userId="147eb03a-6a4b-4b86-8143-1a0addc55414" providerId="ADAL" clId="{0E169D5A-C4DB-4320-A6FF-7EDEEF5660E0}" dt="2025-07-14T13:35:00.145" v="7" actId="20577"/>
          <ac:spMkLst>
            <pc:docMk/>
            <pc:sldMk cId="3414594794" sldId="313"/>
            <ac:spMk id="12" creationId="{73BB786C-CF69-ED0F-5C9A-B9663F756114}"/>
          </ac:spMkLst>
        </pc:spChg>
      </pc:sldChg>
      <pc:sldChg chg="modSp mod">
        <pc:chgData name="David Sugarman" userId="147eb03a-6a4b-4b86-8143-1a0addc55414" providerId="ADAL" clId="{0E169D5A-C4DB-4320-A6FF-7EDEEF5660E0}" dt="2025-07-14T13:35:59.344" v="11" actId="20577"/>
        <pc:sldMkLst>
          <pc:docMk/>
          <pc:sldMk cId="1951998093" sldId="321"/>
        </pc:sldMkLst>
        <pc:spChg chg="mod">
          <ac:chgData name="David Sugarman" userId="147eb03a-6a4b-4b86-8143-1a0addc55414" providerId="ADAL" clId="{0E169D5A-C4DB-4320-A6FF-7EDEEF5660E0}" dt="2025-07-14T13:35:59.344" v="11" actId="20577"/>
          <ac:spMkLst>
            <pc:docMk/>
            <pc:sldMk cId="1951998093" sldId="321"/>
            <ac:spMk id="14" creationId="{04652212-7446-0480-E73D-FFB930EEC0A0}"/>
          </ac:spMkLst>
        </pc:spChg>
      </pc:sldChg>
      <pc:sldChg chg="modNotesTx">
        <pc:chgData name="David Sugarman" userId="147eb03a-6a4b-4b86-8143-1a0addc55414" providerId="ADAL" clId="{0E169D5A-C4DB-4320-A6FF-7EDEEF5660E0}" dt="2025-07-14T13:36:20.294" v="13" actId="20577"/>
        <pc:sldMkLst>
          <pc:docMk/>
          <pc:sldMk cId="2678519741" sldId="322"/>
        </pc:sldMkLst>
      </pc:sldChg>
      <pc:sldChg chg="modNotesTx">
        <pc:chgData name="David Sugarman" userId="147eb03a-6a4b-4b86-8143-1a0addc55414" providerId="ADAL" clId="{0E169D5A-C4DB-4320-A6FF-7EDEEF5660E0}" dt="2025-07-14T13:42:19.506" v="17" actId="20577"/>
        <pc:sldMkLst>
          <pc:docMk/>
          <pc:sldMk cId="2962754094" sldId="323"/>
        </pc:sldMkLst>
      </pc:sldChg>
      <pc:sldChg chg="modNotesTx">
        <pc:chgData name="David Sugarman" userId="147eb03a-6a4b-4b86-8143-1a0addc55414" providerId="ADAL" clId="{0E169D5A-C4DB-4320-A6FF-7EDEEF5660E0}" dt="2025-07-14T13:42:54.008" v="20" actId="20577"/>
        <pc:sldMkLst>
          <pc:docMk/>
          <pc:sldMk cId="3993027586" sldId="324"/>
        </pc:sldMkLst>
      </pc:sldChg>
      <pc:sldChg chg="modNotesTx">
        <pc:chgData name="David Sugarman" userId="147eb03a-6a4b-4b86-8143-1a0addc55414" providerId="ADAL" clId="{0E169D5A-C4DB-4320-A6FF-7EDEEF5660E0}" dt="2025-07-14T13:43:30.054" v="22" actId="20577"/>
        <pc:sldMkLst>
          <pc:docMk/>
          <pc:sldMk cId="557536778" sldId="325"/>
        </pc:sldMkLst>
      </pc:sldChg>
      <pc:sldChg chg="modNotesTx">
        <pc:chgData name="David Sugarman" userId="147eb03a-6a4b-4b86-8143-1a0addc55414" providerId="ADAL" clId="{0E169D5A-C4DB-4320-A6FF-7EDEEF5660E0}" dt="2025-07-14T13:43:51.241" v="24" actId="20577"/>
        <pc:sldMkLst>
          <pc:docMk/>
          <pc:sldMk cId="1605818548" sldId="326"/>
        </pc:sldMkLst>
      </pc:sldChg>
      <pc:sldChg chg="modSp mod modNotesTx">
        <pc:chgData name="David Sugarman" userId="147eb03a-6a4b-4b86-8143-1a0addc55414" providerId="ADAL" clId="{0E169D5A-C4DB-4320-A6FF-7EDEEF5660E0}" dt="2025-07-14T13:45:11.646" v="30" actId="20577"/>
        <pc:sldMkLst>
          <pc:docMk/>
          <pc:sldMk cId="585455031" sldId="327"/>
        </pc:sldMkLst>
        <pc:spChg chg="mod">
          <ac:chgData name="David Sugarman" userId="147eb03a-6a4b-4b86-8143-1a0addc55414" providerId="ADAL" clId="{0E169D5A-C4DB-4320-A6FF-7EDEEF5660E0}" dt="2025-07-14T13:45:02.227" v="28" actId="20577"/>
          <ac:spMkLst>
            <pc:docMk/>
            <pc:sldMk cId="585455031" sldId="327"/>
            <ac:spMk id="12" creationId="{C88FA3CF-02E4-2B46-9A16-5DE09CD23907}"/>
          </ac:spMkLst>
        </pc:spChg>
      </pc:sldChg>
      <pc:sldChg chg="modNotesTx">
        <pc:chgData name="David Sugarman" userId="147eb03a-6a4b-4b86-8143-1a0addc55414" providerId="ADAL" clId="{0E169D5A-C4DB-4320-A6FF-7EDEEF5660E0}" dt="2025-07-14T13:45:37.019" v="32" actId="20577"/>
        <pc:sldMkLst>
          <pc:docMk/>
          <pc:sldMk cId="1128807810" sldId="328"/>
        </pc:sldMkLst>
      </pc:sldChg>
      <pc:sldChg chg="modSp mod modNotesTx">
        <pc:chgData name="David Sugarman" userId="147eb03a-6a4b-4b86-8143-1a0addc55414" providerId="ADAL" clId="{0E169D5A-C4DB-4320-A6FF-7EDEEF5660E0}" dt="2025-07-14T13:48:27.167" v="35" actId="20577"/>
        <pc:sldMkLst>
          <pc:docMk/>
          <pc:sldMk cId="2765366723" sldId="329"/>
        </pc:sldMkLst>
        <pc:spChg chg="mod">
          <ac:chgData name="David Sugarman" userId="147eb03a-6a4b-4b86-8143-1a0addc55414" providerId="ADAL" clId="{0E169D5A-C4DB-4320-A6FF-7EDEEF5660E0}" dt="2025-07-14T13:48:18.557" v="33" actId="20577"/>
          <ac:spMkLst>
            <pc:docMk/>
            <pc:sldMk cId="2765366723" sldId="329"/>
            <ac:spMk id="12" creationId="{403EAAD9-E2B8-3038-58A3-191CB667C62D}"/>
          </ac:spMkLst>
        </pc:spChg>
      </pc:sldChg>
      <pc:sldChg chg="modNotesTx">
        <pc:chgData name="David Sugarman" userId="147eb03a-6a4b-4b86-8143-1a0addc55414" providerId="ADAL" clId="{0E169D5A-C4DB-4320-A6FF-7EDEEF5660E0}" dt="2025-07-14T13:48:48.886" v="38" actId="20577"/>
        <pc:sldMkLst>
          <pc:docMk/>
          <pc:sldMk cId="2879774456" sldId="330"/>
        </pc:sldMkLst>
      </pc:sldChg>
      <pc:sldChg chg="modNotesTx">
        <pc:chgData name="David Sugarman" userId="147eb03a-6a4b-4b86-8143-1a0addc55414" providerId="ADAL" clId="{0E169D5A-C4DB-4320-A6FF-7EDEEF5660E0}" dt="2025-07-14T13:50:40.006" v="40" actId="20577"/>
        <pc:sldMkLst>
          <pc:docMk/>
          <pc:sldMk cId="1058913176" sldId="332"/>
        </pc:sldMkLst>
      </pc:sldChg>
    </pc:docChg>
  </pc:docChgLst>
  <pc:docChgLst>
    <pc:chgData name="Eslam Kamal" userId="242822900363e004" providerId="LiveId" clId="{4BA3D59C-9B55-490A-9A8B-8E7C74930BC3}"/>
    <pc:docChg chg="undo redo custSel modSld">
      <pc:chgData name="Eslam Kamal" userId="242822900363e004" providerId="LiveId" clId="{4BA3D59C-9B55-490A-9A8B-8E7C74930BC3}" dt="2025-07-18T13:10:25.842" v="677" actId="20577"/>
      <pc:docMkLst>
        <pc:docMk/>
      </pc:docMkLst>
      <pc:sldChg chg="modNotesTx">
        <pc:chgData name="Eslam Kamal" userId="242822900363e004" providerId="LiveId" clId="{4BA3D59C-9B55-490A-9A8B-8E7C74930BC3}" dt="2025-07-18T13:04:01.529" v="577" actId="20577"/>
        <pc:sldMkLst>
          <pc:docMk/>
          <pc:sldMk cId="0" sldId="259"/>
        </pc:sldMkLst>
      </pc:sldChg>
      <pc:sldChg chg="addSp delSp modSp mod">
        <pc:chgData name="Eslam Kamal" userId="242822900363e004" providerId="LiveId" clId="{4BA3D59C-9B55-490A-9A8B-8E7C74930BC3}" dt="2025-07-18T09:12:33.375" v="493" actId="20577"/>
        <pc:sldMkLst>
          <pc:docMk/>
          <pc:sldMk cId="2285397703" sldId="305"/>
        </pc:sldMkLst>
        <pc:spChg chg="mod">
          <ac:chgData name="Eslam Kamal" userId="242822900363e004" providerId="LiveId" clId="{4BA3D59C-9B55-490A-9A8B-8E7C74930BC3}" dt="2025-07-18T09:12:33.375" v="493" actId="20577"/>
          <ac:spMkLst>
            <pc:docMk/>
            <pc:sldMk cId="2285397703" sldId="305"/>
            <ac:spMk id="16" creationId="{0DCEDB19-32D9-0D0F-5518-777CE3D1067C}"/>
          </ac:spMkLst>
        </pc:spChg>
        <pc:spChg chg="mod">
          <ac:chgData name="Eslam Kamal" userId="242822900363e004" providerId="LiveId" clId="{4BA3D59C-9B55-490A-9A8B-8E7C74930BC3}" dt="2025-07-18T09:11:30.780" v="492"/>
          <ac:spMkLst>
            <pc:docMk/>
            <pc:sldMk cId="2285397703" sldId="305"/>
            <ac:spMk id="19" creationId="{37273BFE-D528-2975-77E7-7CAFE278CA06}"/>
          </ac:spMkLst>
        </pc:spChg>
        <pc:picChg chg="add mod">
          <ac:chgData name="Eslam Kamal" userId="242822900363e004" providerId="LiveId" clId="{4BA3D59C-9B55-490A-9A8B-8E7C74930BC3}" dt="2025-07-14T22:02:49.648" v="68"/>
          <ac:picMkLst>
            <pc:docMk/>
            <pc:sldMk cId="2285397703" sldId="305"/>
            <ac:picMk id="4" creationId="{4FF39858-87A6-8579-681D-9B3BEA77D744}"/>
          </ac:picMkLst>
        </pc:picChg>
      </pc:sldChg>
      <pc:sldChg chg="addSp delSp modSp mod">
        <pc:chgData name="Eslam Kamal" userId="242822900363e004" providerId="LiveId" clId="{4BA3D59C-9B55-490A-9A8B-8E7C74930BC3}" dt="2025-07-14T22:02:42.843" v="66"/>
        <pc:sldMkLst>
          <pc:docMk/>
          <pc:sldMk cId="597681819" sldId="308"/>
        </pc:sldMkLst>
        <pc:picChg chg="add mod">
          <ac:chgData name="Eslam Kamal" userId="242822900363e004" providerId="LiveId" clId="{4BA3D59C-9B55-490A-9A8B-8E7C74930BC3}" dt="2025-07-14T22:02:42.843" v="66"/>
          <ac:picMkLst>
            <pc:docMk/>
            <pc:sldMk cId="597681819" sldId="308"/>
            <ac:picMk id="9" creationId="{9C9CCE5D-4311-8F09-346F-8E50EF036C0F}"/>
          </ac:picMkLst>
        </pc:picChg>
      </pc:sldChg>
      <pc:sldChg chg="modNotesTx">
        <pc:chgData name="Eslam Kamal" userId="242822900363e004" providerId="LiveId" clId="{4BA3D59C-9B55-490A-9A8B-8E7C74930BC3}" dt="2025-07-18T13:07:04.084" v="661" actId="20577"/>
        <pc:sldMkLst>
          <pc:docMk/>
          <pc:sldMk cId="600970588" sldId="314"/>
        </pc:sldMkLst>
      </pc:sldChg>
      <pc:sldChg chg="modNotesTx">
        <pc:chgData name="Eslam Kamal" userId="242822900363e004" providerId="LiveId" clId="{4BA3D59C-9B55-490A-9A8B-8E7C74930BC3}" dt="2025-07-18T13:07:18.616" v="663" actId="20577"/>
        <pc:sldMkLst>
          <pc:docMk/>
          <pc:sldMk cId="1951998093" sldId="321"/>
        </pc:sldMkLst>
      </pc:sldChg>
      <pc:sldChg chg="modSp modNotesTx">
        <pc:chgData name="Eslam Kamal" userId="242822900363e004" providerId="LiveId" clId="{4BA3D59C-9B55-490A-9A8B-8E7C74930BC3}" dt="2025-07-18T13:07:40.218" v="672" actId="20577"/>
        <pc:sldMkLst>
          <pc:docMk/>
          <pc:sldMk cId="2678519741" sldId="322"/>
        </pc:sldMkLst>
        <pc:graphicFrameChg chg="mod">
          <ac:chgData name="Eslam Kamal" userId="242822900363e004" providerId="LiveId" clId="{4BA3D59C-9B55-490A-9A8B-8E7C74930BC3}" dt="2025-07-18T09:20:01.640" v="508" actId="20577"/>
          <ac:graphicFrameMkLst>
            <pc:docMk/>
            <pc:sldMk cId="2678519741" sldId="322"/>
            <ac:graphicFrameMk id="80" creationId="{E9FC4288-ABA2-9BFF-20CA-BACCF7DDE3F8}"/>
          </ac:graphicFrameMkLst>
        </pc:graphicFrameChg>
      </pc:sldChg>
      <pc:sldChg chg="modSp mod">
        <pc:chgData name="Eslam Kamal" userId="242822900363e004" providerId="LiveId" clId="{4BA3D59C-9B55-490A-9A8B-8E7C74930BC3}" dt="2025-07-18T09:34:09.607" v="526" actId="20577"/>
        <pc:sldMkLst>
          <pc:docMk/>
          <pc:sldMk cId="2962754094" sldId="323"/>
        </pc:sldMkLst>
        <pc:spChg chg="mod">
          <ac:chgData name="Eslam Kamal" userId="242822900363e004" providerId="LiveId" clId="{4BA3D59C-9B55-490A-9A8B-8E7C74930BC3}" dt="2025-07-18T09:34:09.607" v="526" actId="20577"/>
          <ac:spMkLst>
            <pc:docMk/>
            <pc:sldMk cId="2962754094" sldId="323"/>
            <ac:spMk id="16" creationId="{0C56BEC0-5CB2-688A-B9EE-632DBEB75C3A}"/>
          </ac:spMkLst>
        </pc:spChg>
      </pc:sldChg>
      <pc:sldChg chg="modSp mod">
        <pc:chgData name="Eslam Kamal" userId="242822900363e004" providerId="LiveId" clId="{4BA3D59C-9B55-490A-9A8B-8E7C74930BC3}" dt="2025-07-18T09:38:56.436" v="538" actId="948"/>
        <pc:sldMkLst>
          <pc:docMk/>
          <pc:sldMk cId="557536778" sldId="325"/>
        </pc:sldMkLst>
        <pc:spChg chg="mod">
          <ac:chgData name="Eslam Kamal" userId="242822900363e004" providerId="LiveId" clId="{4BA3D59C-9B55-490A-9A8B-8E7C74930BC3}" dt="2025-07-18T09:38:56.436" v="538" actId="948"/>
          <ac:spMkLst>
            <pc:docMk/>
            <pc:sldMk cId="557536778" sldId="325"/>
            <ac:spMk id="12" creationId="{B42B2484-1D18-5290-E0F5-D153FD198285}"/>
          </ac:spMkLst>
        </pc:spChg>
      </pc:sldChg>
      <pc:sldChg chg="modSp mod modNotesTx">
        <pc:chgData name="Eslam Kamal" userId="242822900363e004" providerId="LiveId" clId="{4BA3D59C-9B55-490A-9A8B-8E7C74930BC3}" dt="2025-07-18T13:09:06.167" v="673" actId="20577"/>
        <pc:sldMkLst>
          <pc:docMk/>
          <pc:sldMk cId="1605818548" sldId="326"/>
        </pc:sldMkLst>
        <pc:spChg chg="mod">
          <ac:chgData name="Eslam Kamal" userId="242822900363e004" providerId="LiveId" clId="{4BA3D59C-9B55-490A-9A8B-8E7C74930BC3}" dt="2025-07-18T09:40:40.512" v="555" actId="20577"/>
          <ac:spMkLst>
            <pc:docMk/>
            <pc:sldMk cId="1605818548" sldId="326"/>
            <ac:spMk id="12" creationId="{98A8E102-1663-A8AA-E15F-2671518F2B08}"/>
          </ac:spMkLst>
        </pc:spChg>
      </pc:sldChg>
      <pc:sldChg chg="modSp mod">
        <pc:chgData name="Eslam Kamal" userId="242822900363e004" providerId="LiveId" clId="{4BA3D59C-9B55-490A-9A8B-8E7C74930BC3}" dt="2025-07-18T09:47:02.701" v="569" actId="14"/>
        <pc:sldMkLst>
          <pc:docMk/>
          <pc:sldMk cId="585455031" sldId="327"/>
        </pc:sldMkLst>
        <pc:spChg chg="mod">
          <ac:chgData name="Eslam Kamal" userId="242822900363e004" providerId="LiveId" clId="{4BA3D59C-9B55-490A-9A8B-8E7C74930BC3}" dt="2025-07-18T09:47:02.701" v="569" actId="14"/>
          <ac:spMkLst>
            <pc:docMk/>
            <pc:sldMk cId="585455031" sldId="327"/>
            <ac:spMk id="12" creationId="{C88FA3CF-02E4-2B46-9A16-5DE09CD23907}"/>
          </ac:spMkLst>
        </pc:spChg>
      </pc:sldChg>
      <pc:sldChg chg="addSp modSp mod modNotesTx">
        <pc:chgData name="Eslam Kamal" userId="242822900363e004" providerId="LiveId" clId="{4BA3D59C-9B55-490A-9A8B-8E7C74930BC3}" dt="2025-07-18T09:48:01.525" v="570" actId="108"/>
        <pc:sldMkLst>
          <pc:docMk/>
          <pc:sldMk cId="1128807810" sldId="328"/>
        </pc:sldMkLst>
        <pc:spChg chg="add mod">
          <ac:chgData name="Eslam Kamal" userId="242822900363e004" providerId="LiveId" clId="{4BA3D59C-9B55-490A-9A8B-8E7C74930BC3}" dt="2025-07-18T09:48:01.525" v="570" actId="108"/>
          <ac:spMkLst>
            <pc:docMk/>
            <pc:sldMk cId="1128807810" sldId="328"/>
            <ac:spMk id="11" creationId="{C10B903D-C726-38E1-A743-86465F8CF549}"/>
          </ac:spMkLst>
        </pc:spChg>
        <pc:spChg chg="mod">
          <ac:chgData name="Eslam Kamal" userId="242822900363e004" providerId="LiveId" clId="{4BA3D59C-9B55-490A-9A8B-8E7C74930BC3}" dt="2025-07-14T22:13:04.079" v="92" actId="1036"/>
          <ac:spMkLst>
            <pc:docMk/>
            <pc:sldMk cId="1128807810" sldId="328"/>
            <ac:spMk id="12" creationId="{4424817A-8A20-E039-3ACF-37FACE513497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3" creationId="{069BC6DD-4F4D-F07D-A341-4B5C10E22FF9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4" creationId="{129348B4-1CA8-BA9F-CBE1-9504110C9AF7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5" creationId="{28A22822-1BA8-92FD-351B-E2D60B5D492D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6" creationId="{A356C404-EEF8-DB2C-8AE1-28E7DC9361F8}"/>
          </ac:spMkLst>
        </pc:spChg>
        <pc:spChg chg="mod">
          <ac:chgData name="Eslam Kamal" userId="242822900363e004" providerId="LiveId" clId="{4BA3D59C-9B55-490A-9A8B-8E7C74930BC3}" dt="2025-07-14T22:13:04.079" v="92" actId="1036"/>
          <ac:spMkLst>
            <pc:docMk/>
            <pc:sldMk cId="1128807810" sldId="328"/>
            <ac:spMk id="17" creationId="{ECE49E40-670E-6F92-8B29-5BC650CC52CE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8" creationId="{077AFC91-8C78-34FC-3BD1-4DB1B67E6229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19" creationId="{DA4548EC-BDB2-3670-352F-DD89C6783FFD}"/>
          </ac:spMkLst>
        </pc:spChg>
        <pc:spChg chg="mod">
          <ac:chgData name="Eslam Kamal" userId="242822900363e004" providerId="LiveId" clId="{4BA3D59C-9B55-490A-9A8B-8E7C74930BC3}" dt="2025-07-14T22:14:59.092" v="134" actId="1035"/>
          <ac:spMkLst>
            <pc:docMk/>
            <pc:sldMk cId="1128807810" sldId="328"/>
            <ac:spMk id="20" creationId="{19FF01A4-2FE5-CF29-AF47-3A77AA378513}"/>
          </ac:spMkLst>
        </pc:spChg>
        <pc:spChg chg="add mod">
          <ac:chgData name="Eslam Kamal" userId="242822900363e004" providerId="LiveId" clId="{4BA3D59C-9B55-490A-9A8B-8E7C74930BC3}" dt="2025-07-14T22:21:33.346" v="281" actId="1036"/>
          <ac:spMkLst>
            <pc:docMk/>
            <pc:sldMk cId="1128807810" sldId="328"/>
            <ac:spMk id="22" creationId="{B98DB243-EBAB-9CA9-F219-0CE46B159496}"/>
          </ac:spMkLst>
        </pc:spChg>
        <pc:spChg chg="add mod">
          <ac:chgData name="Eslam Kamal" userId="242822900363e004" providerId="LiveId" clId="{4BA3D59C-9B55-490A-9A8B-8E7C74930BC3}" dt="2025-07-14T22:21:33.346" v="281" actId="1036"/>
          <ac:spMkLst>
            <pc:docMk/>
            <pc:sldMk cId="1128807810" sldId="328"/>
            <ac:spMk id="23" creationId="{78AAC15E-BFB9-1283-D23B-30563C4066BF}"/>
          </ac:spMkLst>
        </pc:spChg>
        <pc:spChg chg="mod">
          <ac:chgData name="Eslam Kamal" userId="242822900363e004" providerId="LiveId" clId="{4BA3D59C-9B55-490A-9A8B-8E7C74930BC3}" dt="2025-07-14T22:12:57.948" v="87" actId="1076"/>
          <ac:spMkLst>
            <pc:docMk/>
            <pc:sldMk cId="1128807810" sldId="328"/>
            <ac:spMk id="26" creationId="{398A5138-2BE6-EDE0-663A-9146D64DD1C4}"/>
          </ac:spMkLst>
        </pc:spChg>
      </pc:sldChg>
      <pc:sldChg chg="modSp mod modNotesTx">
        <pc:chgData name="Eslam Kamal" userId="242822900363e004" providerId="LiveId" clId="{4BA3D59C-9B55-490A-9A8B-8E7C74930BC3}" dt="2025-07-18T13:09:56.865" v="675" actId="113"/>
        <pc:sldMkLst>
          <pc:docMk/>
          <pc:sldMk cId="2879774456" sldId="330"/>
        </pc:sldMkLst>
        <pc:spChg chg="mod">
          <ac:chgData name="Eslam Kamal" userId="242822900363e004" providerId="LiveId" clId="{4BA3D59C-9B55-490A-9A8B-8E7C74930BC3}" dt="2025-07-14T22:33:09.081" v="488" actId="313"/>
          <ac:spMkLst>
            <pc:docMk/>
            <pc:sldMk cId="2879774456" sldId="330"/>
            <ac:spMk id="12" creationId="{B2991E88-D554-EEF0-5DAA-247071CC7327}"/>
          </ac:spMkLst>
        </pc:spChg>
      </pc:sldChg>
      <pc:sldChg chg="modSp mod modCm modNotesTx">
        <pc:chgData name="Eslam Kamal" userId="242822900363e004" providerId="LiveId" clId="{4BA3D59C-9B55-490A-9A8B-8E7C74930BC3}" dt="2025-07-18T13:10:25.842" v="677" actId="20577"/>
        <pc:sldMkLst>
          <pc:docMk/>
          <pc:sldMk cId="559005445" sldId="331"/>
        </pc:sldMkLst>
        <pc:spChg chg="mod">
          <ac:chgData name="Eslam Kamal" userId="242822900363e004" providerId="LiveId" clId="{4BA3D59C-9B55-490A-9A8B-8E7C74930BC3}" dt="2025-07-18T09:58:19.642" v="576" actId="20577"/>
          <ac:spMkLst>
            <pc:docMk/>
            <pc:sldMk cId="559005445" sldId="331"/>
            <ac:spMk id="12" creationId="{C71BA33C-6EA1-F2EB-2407-BFBBAB12174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slam Kamal" userId="242822900363e004" providerId="LiveId" clId="{4BA3D59C-9B55-490A-9A8B-8E7C74930BC3}" dt="2025-07-14T22:01:27.356" v="64" actId="20577"/>
              <pc2:cmMkLst xmlns:pc2="http://schemas.microsoft.com/office/powerpoint/2019/9/main/command">
                <pc:docMk/>
                <pc:sldMk cId="559005445" sldId="331"/>
                <pc2:cmMk id="{8F612E93-5399-4A78-8935-2C87EB137897}"/>
              </pc2:cmMkLst>
            </pc226:cmChg>
          </p:ext>
        </pc:ext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71089535651731E-2"/>
          <c:y val="0.11525175902233246"/>
          <c:w val="0.95769248282842401"/>
          <c:h val="0.70073134306589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Performance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22-40A1-9E74-E89FFB00C0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Performance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22-40A1-9E74-E89FFB00C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6674560"/>
        <c:axId val="1776672896"/>
      </c:barChart>
      <c:catAx>
        <c:axId val="17766745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76672896"/>
        <c:crosses val="autoZero"/>
        <c:auto val="1"/>
        <c:lblAlgn val="ctr"/>
        <c:lblOffset val="100"/>
        <c:noMultiLvlLbl val="0"/>
      </c:catAx>
      <c:valAx>
        <c:axId val="177667289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674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77D346-62E0-4001-82F0-DD463D228148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201A3C-E5F5-41A5-85B4-654136511334}">
      <dgm:prSet phldrT="[Text]" custT="1"/>
      <dgm:spPr>
        <a:solidFill>
          <a:srgbClr val="1F497D"/>
        </a:solidFill>
      </dgm:spPr>
      <dgm:t>
        <a:bodyPr/>
        <a:lstStyle/>
        <a:p>
          <a:r>
            <a:rPr lang="en-US" sz="3000" dirty="0"/>
            <a:t>Data Collection</a:t>
          </a:r>
        </a:p>
      </dgm:t>
    </dgm:pt>
    <dgm:pt modelId="{EB158E1E-BE16-4F75-A236-E8B7794C9FE4}" type="parTrans" cxnId="{20528184-BDFD-4200-B9C9-73986E4C9CDF}">
      <dgm:prSet/>
      <dgm:spPr/>
      <dgm:t>
        <a:bodyPr/>
        <a:lstStyle/>
        <a:p>
          <a:endParaRPr lang="en-US" sz="3000"/>
        </a:p>
      </dgm:t>
    </dgm:pt>
    <dgm:pt modelId="{4857D4CE-3894-4371-8B0F-5E4EA8C9FE55}" type="sibTrans" cxnId="{20528184-BDFD-4200-B9C9-73986E4C9CDF}">
      <dgm:prSet custT="1"/>
      <dgm:spPr>
        <a:solidFill>
          <a:srgbClr val="1F497D"/>
        </a:solidFill>
      </dgm:spPr>
      <dgm:t>
        <a:bodyPr/>
        <a:lstStyle/>
        <a:p>
          <a:endParaRPr lang="en-US" sz="3000"/>
        </a:p>
      </dgm:t>
    </dgm:pt>
    <dgm:pt modelId="{5DC2D3BC-67DA-42D3-A2A1-9A31F3182D62}">
      <dgm:prSet phldrT="[Text]" custT="1"/>
      <dgm:spPr>
        <a:solidFill>
          <a:srgbClr val="C0504D"/>
        </a:solidFill>
      </dgm:spPr>
      <dgm:t>
        <a:bodyPr/>
        <a:lstStyle/>
        <a:p>
          <a:r>
            <a:rPr lang="en-US" sz="3000" dirty="0">
              <a:solidFill>
                <a:schemeClr val="bg1"/>
              </a:solidFill>
            </a:rPr>
            <a:t>Annotation</a:t>
          </a:r>
        </a:p>
      </dgm:t>
    </dgm:pt>
    <dgm:pt modelId="{C8BC8807-6E0E-4EAD-962F-6CCDB18780E9}" type="parTrans" cxnId="{2A772321-E487-4840-87F4-1E98FB0062AD}">
      <dgm:prSet/>
      <dgm:spPr/>
      <dgm:t>
        <a:bodyPr/>
        <a:lstStyle/>
        <a:p>
          <a:endParaRPr lang="en-US" sz="3000"/>
        </a:p>
      </dgm:t>
    </dgm:pt>
    <dgm:pt modelId="{73D096AA-61FC-4D92-BABB-C3EB4189803D}" type="sibTrans" cxnId="{2A772321-E487-4840-87F4-1E98FB0062AD}">
      <dgm:prSet custT="1"/>
      <dgm:spPr>
        <a:solidFill>
          <a:srgbClr val="C0504D"/>
        </a:solidFill>
      </dgm:spPr>
      <dgm:t>
        <a:bodyPr/>
        <a:lstStyle/>
        <a:p>
          <a:endParaRPr lang="en-US" sz="3000"/>
        </a:p>
      </dgm:t>
    </dgm:pt>
    <dgm:pt modelId="{7FDF332D-224D-4E00-8752-86FB0F638C97}">
      <dgm:prSet phldrT="[Text]" custT="1"/>
      <dgm:spPr>
        <a:solidFill>
          <a:srgbClr val="4F81BD"/>
        </a:solidFill>
      </dgm:spPr>
      <dgm:t>
        <a:bodyPr/>
        <a:lstStyle/>
        <a:p>
          <a:r>
            <a:rPr lang="en-US" sz="3000" dirty="0">
              <a:solidFill>
                <a:schemeClr val="bg1"/>
              </a:solidFill>
            </a:rPr>
            <a:t>Review</a:t>
          </a:r>
        </a:p>
      </dgm:t>
    </dgm:pt>
    <dgm:pt modelId="{C76D60B7-F274-4275-9D10-9690E2E29F77}" type="parTrans" cxnId="{6D0FEE57-9809-4CD1-B6F2-11DE659391CD}">
      <dgm:prSet/>
      <dgm:spPr/>
      <dgm:t>
        <a:bodyPr/>
        <a:lstStyle/>
        <a:p>
          <a:endParaRPr lang="en-US" sz="3000"/>
        </a:p>
      </dgm:t>
    </dgm:pt>
    <dgm:pt modelId="{D1E13857-F05F-41D4-8662-111D8A1264CE}" type="sibTrans" cxnId="{6D0FEE57-9809-4CD1-B6F2-11DE659391CD}">
      <dgm:prSet custT="1"/>
      <dgm:spPr>
        <a:solidFill>
          <a:srgbClr val="4F81BD"/>
        </a:solidFill>
      </dgm:spPr>
      <dgm:t>
        <a:bodyPr/>
        <a:lstStyle/>
        <a:p>
          <a:endParaRPr lang="en-US" sz="3000">
            <a:solidFill>
              <a:schemeClr val="tx1"/>
            </a:solidFill>
          </a:endParaRPr>
        </a:p>
      </dgm:t>
    </dgm:pt>
    <dgm:pt modelId="{1F17AA1F-72AE-48F0-9CAB-7D515AA8B1A8}">
      <dgm:prSet phldrT="[Text]" custT="1"/>
      <dgm:spPr>
        <a:solidFill>
          <a:srgbClr val="9BBB59"/>
        </a:solidFill>
      </dgm:spPr>
      <dgm:t>
        <a:bodyPr/>
        <a:lstStyle/>
        <a:p>
          <a:r>
            <a:rPr lang="en-US" sz="3000" dirty="0">
              <a:solidFill>
                <a:schemeClr val="tx1"/>
              </a:solidFill>
            </a:rPr>
            <a:t>Formatting</a:t>
          </a:r>
        </a:p>
      </dgm:t>
    </dgm:pt>
    <dgm:pt modelId="{A66AB689-2D73-4130-BC74-DADF75DC47D3}" type="parTrans" cxnId="{D5837E94-2C8E-4253-BB65-5BB4340F9C98}">
      <dgm:prSet/>
      <dgm:spPr/>
      <dgm:t>
        <a:bodyPr/>
        <a:lstStyle/>
        <a:p>
          <a:endParaRPr lang="en-US" sz="3000"/>
        </a:p>
      </dgm:t>
    </dgm:pt>
    <dgm:pt modelId="{5E8D971A-B54D-4EA9-9A30-B45C625349C6}" type="sibTrans" cxnId="{D5837E94-2C8E-4253-BB65-5BB4340F9C98}">
      <dgm:prSet/>
      <dgm:spPr/>
      <dgm:t>
        <a:bodyPr/>
        <a:lstStyle/>
        <a:p>
          <a:endParaRPr lang="en-US" sz="3000"/>
        </a:p>
      </dgm:t>
    </dgm:pt>
    <dgm:pt modelId="{1C263425-F9E6-4322-BFF9-5A0592998ECC}" type="pres">
      <dgm:prSet presAssocID="{5777D346-62E0-4001-82F0-DD463D228148}" presName="diagram" presStyleCnt="0">
        <dgm:presLayoutVars>
          <dgm:dir/>
          <dgm:resizeHandles val="exact"/>
        </dgm:presLayoutVars>
      </dgm:prSet>
      <dgm:spPr/>
    </dgm:pt>
    <dgm:pt modelId="{9AB6ACDB-34B2-4D96-BED9-AFDFF86030DB}" type="pres">
      <dgm:prSet presAssocID="{F1201A3C-E5F5-41A5-85B4-654136511334}" presName="node" presStyleLbl="node1" presStyleIdx="0" presStyleCnt="4">
        <dgm:presLayoutVars>
          <dgm:bulletEnabled val="1"/>
        </dgm:presLayoutVars>
      </dgm:prSet>
      <dgm:spPr/>
    </dgm:pt>
    <dgm:pt modelId="{4E6C960A-0908-42E6-8E58-163BD0ACB949}" type="pres">
      <dgm:prSet presAssocID="{4857D4CE-3894-4371-8B0F-5E4EA8C9FE55}" presName="sibTrans" presStyleLbl="sibTrans2D1" presStyleIdx="0" presStyleCnt="3"/>
      <dgm:spPr/>
    </dgm:pt>
    <dgm:pt modelId="{C5DA9EBB-C77E-4E4E-9DB2-5C82D128EDC0}" type="pres">
      <dgm:prSet presAssocID="{4857D4CE-3894-4371-8B0F-5E4EA8C9FE55}" presName="connectorText" presStyleLbl="sibTrans2D1" presStyleIdx="0" presStyleCnt="3"/>
      <dgm:spPr/>
    </dgm:pt>
    <dgm:pt modelId="{CA155DDC-2830-4D1E-AC85-A43733C7954B}" type="pres">
      <dgm:prSet presAssocID="{5DC2D3BC-67DA-42D3-A2A1-9A31F3182D62}" presName="node" presStyleLbl="node1" presStyleIdx="1" presStyleCnt="4">
        <dgm:presLayoutVars>
          <dgm:bulletEnabled val="1"/>
        </dgm:presLayoutVars>
      </dgm:prSet>
      <dgm:spPr/>
    </dgm:pt>
    <dgm:pt modelId="{35C3F863-6CF2-4C5C-98ED-2ADC1ED17090}" type="pres">
      <dgm:prSet presAssocID="{73D096AA-61FC-4D92-BABB-C3EB4189803D}" presName="sibTrans" presStyleLbl="sibTrans2D1" presStyleIdx="1" presStyleCnt="3"/>
      <dgm:spPr/>
    </dgm:pt>
    <dgm:pt modelId="{6AEFB78D-B91F-4AB4-838E-E63CC1F7AF1B}" type="pres">
      <dgm:prSet presAssocID="{73D096AA-61FC-4D92-BABB-C3EB4189803D}" presName="connectorText" presStyleLbl="sibTrans2D1" presStyleIdx="1" presStyleCnt="3"/>
      <dgm:spPr/>
    </dgm:pt>
    <dgm:pt modelId="{602F94EC-22BB-4A69-BCCA-967682817906}" type="pres">
      <dgm:prSet presAssocID="{7FDF332D-224D-4E00-8752-86FB0F638C97}" presName="node" presStyleLbl="node1" presStyleIdx="2" presStyleCnt="4">
        <dgm:presLayoutVars>
          <dgm:bulletEnabled val="1"/>
        </dgm:presLayoutVars>
      </dgm:prSet>
      <dgm:spPr/>
    </dgm:pt>
    <dgm:pt modelId="{68C2BE27-7777-4764-BCA8-2F0CC4309808}" type="pres">
      <dgm:prSet presAssocID="{D1E13857-F05F-41D4-8662-111D8A1264CE}" presName="sibTrans" presStyleLbl="sibTrans2D1" presStyleIdx="2" presStyleCnt="3"/>
      <dgm:spPr/>
    </dgm:pt>
    <dgm:pt modelId="{51DD2ADB-4A94-49D4-A066-212C1433631A}" type="pres">
      <dgm:prSet presAssocID="{D1E13857-F05F-41D4-8662-111D8A1264CE}" presName="connectorText" presStyleLbl="sibTrans2D1" presStyleIdx="2" presStyleCnt="3"/>
      <dgm:spPr/>
    </dgm:pt>
    <dgm:pt modelId="{E7330C41-81F5-4FC7-8F66-BD712726B37B}" type="pres">
      <dgm:prSet presAssocID="{1F17AA1F-72AE-48F0-9CAB-7D515AA8B1A8}" presName="node" presStyleLbl="node1" presStyleIdx="3" presStyleCnt="4">
        <dgm:presLayoutVars>
          <dgm:bulletEnabled val="1"/>
        </dgm:presLayoutVars>
      </dgm:prSet>
      <dgm:spPr/>
    </dgm:pt>
  </dgm:ptLst>
  <dgm:cxnLst>
    <dgm:cxn modelId="{68368B0E-382A-40C3-98A8-D03D9D9C2B67}" type="presOf" srcId="{5DC2D3BC-67DA-42D3-A2A1-9A31F3182D62}" destId="{CA155DDC-2830-4D1E-AC85-A43733C7954B}" srcOrd="0" destOrd="0" presId="urn:microsoft.com/office/officeart/2005/8/layout/process5"/>
    <dgm:cxn modelId="{2A772321-E487-4840-87F4-1E98FB0062AD}" srcId="{5777D346-62E0-4001-82F0-DD463D228148}" destId="{5DC2D3BC-67DA-42D3-A2A1-9A31F3182D62}" srcOrd="1" destOrd="0" parTransId="{C8BC8807-6E0E-4EAD-962F-6CCDB18780E9}" sibTransId="{73D096AA-61FC-4D92-BABB-C3EB4189803D}"/>
    <dgm:cxn modelId="{730F3C60-1693-40FF-8EF6-93875A5D8174}" type="presOf" srcId="{1F17AA1F-72AE-48F0-9CAB-7D515AA8B1A8}" destId="{E7330C41-81F5-4FC7-8F66-BD712726B37B}" srcOrd="0" destOrd="0" presId="urn:microsoft.com/office/officeart/2005/8/layout/process5"/>
    <dgm:cxn modelId="{9D9C8044-9186-46A9-A499-7E7FA2AAE511}" type="presOf" srcId="{F1201A3C-E5F5-41A5-85B4-654136511334}" destId="{9AB6ACDB-34B2-4D96-BED9-AFDFF86030DB}" srcOrd="0" destOrd="0" presId="urn:microsoft.com/office/officeart/2005/8/layout/process5"/>
    <dgm:cxn modelId="{75426A74-0395-4809-94A9-BC99884CD06D}" type="presOf" srcId="{4857D4CE-3894-4371-8B0F-5E4EA8C9FE55}" destId="{C5DA9EBB-C77E-4E4E-9DB2-5C82D128EDC0}" srcOrd="1" destOrd="0" presId="urn:microsoft.com/office/officeart/2005/8/layout/process5"/>
    <dgm:cxn modelId="{6D0FEE57-9809-4CD1-B6F2-11DE659391CD}" srcId="{5777D346-62E0-4001-82F0-DD463D228148}" destId="{7FDF332D-224D-4E00-8752-86FB0F638C97}" srcOrd="2" destOrd="0" parTransId="{C76D60B7-F274-4275-9D10-9690E2E29F77}" sibTransId="{D1E13857-F05F-41D4-8662-111D8A1264CE}"/>
    <dgm:cxn modelId="{FDF4E57D-6B16-4FBA-9D18-17E3074F8549}" type="presOf" srcId="{7FDF332D-224D-4E00-8752-86FB0F638C97}" destId="{602F94EC-22BB-4A69-BCCA-967682817906}" srcOrd="0" destOrd="0" presId="urn:microsoft.com/office/officeart/2005/8/layout/process5"/>
    <dgm:cxn modelId="{20528184-BDFD-4200-B9C9-73986E4C9CDF}" srcId="{5777D346-62E0-4001-82F0-DD463D228148}" destId="{F1201A3C-E5F5-41A5-85B4-654136511334}" srcOrd="0" destOrd="0" parTransId="{EB158E1E-BE16-4F75-A236-E8B7794C9FE4}" sibTransId="{4857D4CE-3894-4371-8B0F-5E4EA8C9FE55}"/>
    <dgm:cxn modelId="{D5837E94-2C8E-4253-BB65-5BB4340F9C98}" srcId="{5777D346-62E0-4001-82F0-DD463D228148}" destId="{1F17AA1F-72AE-48F0-9CAB-7D515AA8B1A8}" srcOrd="3" destOrd="0" parTransId="{A66AB689-2D73-4130-BC74-DADF75DC47D3}" sibTransId="{5E8D971A-B54D-4EA9-9A30-B45C625349C6}"/>
    <dgm:cxn modelId="{8EE3CD98-864B-4147-A703-CFDF919516BA}" type="presOf" srcId="{D1E13857-F05F-41D4-8662-111D8A1264CE}" destId="{51DD2ADB-4A94-49D4-A066-212C1433631A}" srcOrd="1" destOrd="0" presId="urn:microsoft.com/office/officeart/2005/8/layout/process5"/>
    <dgm:cxn modelId="{A32A0CAB-340C-4FFF-9D66-A534C1D8452B}" type="presOf" srcId="{5777D346-62E0-4001-82F0-DD463D228148}" destId="{1C263425-F9E6-4322-BFF9-5A0592998ECC}" srcOrd="0" destOrd="0" presId="urn:microsoft.com/office/officeart/2005/8/layout/process5"/>
    <dgm:cxn modelId="{675D6EAB-8694-4D0C-AF60-FD88D39D702D}" type="presOf" srcId="{73D096AA-61FC-4D92-BABB-C3EB4189803D}" destId="{6AEFB78D-B91F-4AB4-838E-E63CC1F7AF1B}" srcOrd="1" destOrd="0" presId="urn:microsoft.com/office/officeart/2005/8/layout/process5"/>
    <dgm:cxn modelId="{263D6ECF-A7DC-46F0-B035-DB96C380395E}" type="presOf" srcId="{4857D4CE-3894-4371-8B0F-5E4EA8C9FE55}" destId="{4E6C960A-0908-42E6-8E58-163BD0ACB949}" srcOrd="0" destOrd="0" presId="urn:microsoft.com/office/officeart/2005/8/layout/process5"/>
    <dgm:cxn modelId="{84E6CAD5-CBE8-421F-BC1D-A06FE36A154F}" type="presOf" srcId="{73D096AA-61FC-4D92-BABB-C3EB4189803D}" destId="{35C3F863-6CF2-4C5C-98ED-2ADC1ED17090}" srcOrd="0" destOrd="0" presId="urn:microsoft.com/office/officeart/2005/8/layout/process5"/>
    <dgm:cxn modelId="{4083BAFE-0609-4D4B-BDE5-3BC259E7A675}" type="presOf" srcId="{D1E13857-F05F-41D4-8662-111D8A1264CE}" destId="{68C2BE27-7777-4764-BCA8-2F0CC4309808}" srcOrd="0" destOrd="0" presId="urn:microsoft.com/office/officeart/2005/8/layout/process5"/>
    <dgm:cxn modelId="{034883F3-5987-43CE-AA44-293B62F56C15}" type="presParOf" srcId="{1C263425-F9E6-4322-BFF9-5A0592998ECC}" destId="{9AB6ACDB-34B2-4D96-BED9-AFDFF86030DB}" srcOrd="0" destOrd="0" presId="urn:microsoft.com/office/officeart/2005/8/layout/process5"/>
    <dgm:cxn modelId="{42C31868-CC43-41AE-B288-C65BA0EEB192}" type="presParOf" srcId="{1C263425-F9E6-4322-BFF9-5A0592998ECC}" destId="{4E6C960A-0908-42E6-8E58-163BD0ACB949}" srcOrd="1" destOrd="0" presId="urn:microsoft.com/office/officeart/2005/8/layout/process5"/>
    <dgm:cxn modelId="{CEA6187A-B01E-4845-A58C-D3C7DA5F661A}" type="presParOf" srcId="{4E6C960A-0908-42E6-8E58-163BD0ACB949}" destId="{C5DA9EBB-C77E-4E4E-9DB2-5C82D128EDC0}" srcOrd="0" destOrd="0" presId="urn:microsoft.com/office/officeart/2005/8/layout/process5"/>
    <dgm:cxn modelId="{2AA02FB1-93BF-4BE8-8FE7-2F7999465C59}" type="presParOf" srcId="{1C263425-F9E6-4322-BFF9-5A0592998ECC}" destId="{CA155DDC-2830-4D1E-AC85-A43733C7954B}" srcOrd="2" destOrd="0" presId="urn:microsoft.com/office/officeart/2005/8/layout/process5"/>
    <dgm:cxn modelId="{3AB23AA6-8968-4F98-93E5-975864928CFC}" type="presParOf" srcId="{1C263425-F9E6-4322-BFF9-5A0592998ECC}" destId="{35C3F863-6CF2-4C5C-98ED-2ADC1ED17090}" srcOrd="3" destOrd="0" presId="urn:microsoft.com/office/officeart/2005/8/layout/process5"/>
    <dgm:cxn modelId="{5F796021-98FB-466C-8644-91D08D6D30E8}" type="presParOf" srcId="{35C3F863-6CF2-4C5C-98ED-2ADC1ED17090}" destId="{6AEFB78D-B91F-4AB4-838E-E63CC1F7AF1B}" srcOrd="0" destOrd="0" presId="urn:microsoft.com/office/officeart/2005/8/layout/process5"/>
    <dgm:cxn modelId="{FCB0BD43-08AD-4B7A-9C56-E65AE554D0C4}" type="presParOf" srcId="{1C263425-F9E6-4322-BFF9-5A0592998ECC}" destId="{602F94EC-22BB-4A69-BCCA-967682817906}" srcOrd="4" destOrd="0" presId="urn:microsoft.com/office/officeart/2005/8/layout/process5"/>
    <dgm:cxn modelId="{91E15390-A13D-4876-B35B-6489EA0A4A2E}" type="presParOf" srcId="{1C263425-F9E6-4322-BFF9-5A0592998ECC}" destId="{68C2BE27-7777-4764-BCA8-2F0CC4309808}" srcOrd="5" destOrd="0" presId="urn:microsoft.com/office/officeart/2005/8/layout/process5"/>
    <dgm:cxn modelId="{61A88E69-1919-4C3A-88BE-4B2FB3513BB1}" type="presParOf" srcId="{68C2BE27-7777-4764-BCA8-2F0CC4309808}" destId="{51DD2ADB-4A94-49D4-A066-212C1433631A}" srcOrd="0" destOrd="0" presId="urn:microsoft.com/office/officeart/2005/8/layout/process5"/>
    <dgm:cxn modelId="{DF4A3480-6078-463B-AEC2-B32EB47F6B43}" type="presParOf" srcId="{1C263425-F9E6-4322-BFF9-5A0592998ECC}" destId="{E7330C41-81F5-4FC7-8F66-BD712726B37B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77D346-62E0-4001-82F0-DD463D228148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201A3C-E5F5-41A5-85B4-654136511334}">
      <dgm:prSet phldrT="[Text]" custT="1"/>
      <dgm:spPr>
        <a:solidFill>
          <a:srgbClr val="1F497D"/>
        </a:solidFill>
      </dgm:spPr>
      <dgm:t>
        <a:bodyPr/>
        <a:lstStyle/>
        <a:p>
          <a:r>
            <a:rPr lang="en-US" sz="3000" dirty="0"/>
            <a:t>Prompt</a:t>
          </a:r>
        </a:p>
      </dgm:t>
    </dgm:pt>
    <dgm:pt modelId="{EB158E1E-BE16-4F75-A236-E8B7794C9FE4}" type="parTrans" cxnId="{20528184-BDFD-4200-B9C9-73986E4C9CDF}">
      <dgm:prSet/>
      <dgm:spPr/>
      <dgm:t>
        <a:bodyPr/>
        <a:lstStyle/>
        <a:p>
          <a:endParaRPr lang="en-US" sz="3000"/>
        </a:p>
      </dgm:t>
    </dgm:pt>
    <dgm:pt modelId="{4857D4CE-3894-4371-8B0F-5E4EA8C9FE55}" type="sibTrans" cxnId="{20528184-BDFD-4200-B9C9-73986E4C9CDF}">
      <dgm:prSet custT="1"/>
      <dgm:spPr>
        <a:solidFill>
          <a:srgbClr val="1F497D"/>
        </a:solidFill>
      </dgm:spPr>
      <dgm:t>
        <a:bodyPr/>
        <a:lstStyle/>
        <a:p>
          <a:endParaRPr lang="en-US" sz="3000"/>
        </a:p>
      </dgm:t>
    </dgm:pt>
    <dgm:pt modelId="{5DC2D3BC-67DA-42D3-A2A1-9A31F3182D62}">
      <dgm:prSet phldrT="[Text]" custT="1"/>
      <dgm:spPr>
        <a:solidFill>
          <a:srgbClr val="C0504D"/>
        </a:solidFill>
      </dgm:spPr>
      <dgm:t>
        <a:bodyPr/>
        <a:lstStyle/>
        <a:p>
          <a:r>
            <a:rPr lang="en-US" sz="3000" dirty="0"/>
            <a:t>LLM</a:t>
          </a:r>
        </a:p>
      </dgm:t>
    </dgm:pt>
    <dgm:pt modelId="{C8BC8807-6E0E-4EAD-962F-6CCDB18780E9}" type="parTrans" cxnId="{2A772321-E487-4840-87F4-1E98FB0062AD}">
      <dgm:prSet/>
      <dgm:spPr/>
      <dgm:t>
        <a:bodyPr/>
        <a:lstStyle/>
        <a:p>
          <a:endParaRPr lang="en-US" sz="3000"/>
        </a:p>
      </dgm:t>
    </dgm:pt>
    <dgm:pt modelId="{73D096AA-61FC-4D92-BABB-C3EB4189803D}" type="sibTrans" cxnId="{2A772321-E487-4840-87F4-1E98FB0062AD}">
      <dgm:prSet custT="1"/>
      <dgm:spPr>
        <a:solidFill>
          <a:srgbClr val="C0504D"/>
        </a:solidFill>
      </dgm:spPr>
      <dgm:t>
        <a:bodyPr/>
        <a:lstStyle/>
        <a:p>
          <a:endParaRPr lang="en-US" sz="3000"/>
        </a:p>
      </dgm:t>
    </dgm:pt>
    <dgm:pt modelId="{7FDF332D-224D-4E00-8752-86FB0F638C97}">
      <dgm:prSet phldrT="[Text]" custT="1"/>
      <dgm:spPr>
        <a:solidFill>
          <a:srgbClr val="4F81BD"/>
        </a:solidFill>
      </dgm:spPr>
      <dgm:t>
        <a:bodyPr/>
        <a:lstStyle/>
        <a:p>
          <a:r>
            <a:rPr lang="en-US" sz="3000" dirty="0"/>
            <a:t>Synthetic Dataset</a:t>
          </a:r>
        </a:p>
      </dgm:t>
    </dgm:pt>
    <dgm:pt modelId="{C76D60B7-F274-4275-9D10-9690E2E29F77}" type="parTrans" cxnId="{6D0FEE57-9809-4CD1-B6F2-11DE659391CD}">
      <dgm:prSet/>
      <dgm:spPr/>
      <dgm:t>
        <a:bodyPr/>
        <a:lstStyle/>
        <a:p>
          <a:endParaRPr lang="en-US" sz="3000"/>
        </a:p>
      </dgm:t>
    </dgm:pt>
    <dgm:pt modelId="{D1E13857-F05F-41D4-8662-111D8A1264CE}" type="sibTrans" cxnId="{6D0FEE57-9809-4CD1-B6F2-11DE659391CD}">
      <dgm:prSet custT="1"/>
      <dgm:spPr>
        <a:solidFill>
          <a:srgbClr val="4F81BD"/>
        </a:solidFill>
      </dgm:spPr>
      <dgm:t>
        <a:bodyPr/>
        <a:lstStyle/>
        <a:p>
          <a:endParaRPr lang="en-US" sz="3000"/>
        </a:p>
      </dgm:t>
    </dgm:pt>
    <dgm:pt modelId="{EF56856A-E2FF-4C04-890F-E15010A93E8B}">
      <dgm:prSet phldrT="[Text]" custT="1"/>
      <dgm:spPr>
        <a:solidFill>
          <a:srgbClr val="9BBB59"/>
        </a:solidFill>
      </dgm:spPr>
      <dgm:t>
        <a:bodyPr/>
        <a:lstStyle/>
        <a:p>
          <a:r>
            <a:rPr lang="en-US" sz="3000" dirty="0">
              <a:solidFill>
                <a:sysClr val="windowText" lastClr="000000"/>
              </a:solidFill>
            </a:rPr>
            <a:t>Model </a:t>
          </a:r>
          <a:br>
            <a:rPr lang="en-US" sz="3000" dirty="0">
              <a:solidFill>
                <a:sysClr val="windowText" lastClr="000000"/>
              </a:solidFill>
            </a:rPr>
          </a:br>
          <a:r>
            <a:rPr lang="en-US" sz="3000" dirty="0">
              <a:solidFill>
                <a:sysClr val="windowText" lastClr="000000"/>
              </a:solidFill>
            </a:rPr>
            <a:t>Training</a:t>
          </a:r>
        </a:p>
      </dgm:t>
    </dgm:pt>
    <dgm:pt modelId="{02946F23-A61B-41FC-B559-6931B6095ABA}" type="parTrans" cxnId="{4F58C75B-F6D1-4427-8598-B2BBC7FE53A9}">
      <dgm:prSet/>
      <dgm:spPr/>
      <dgm:t>
        <a:bodyPr/>
        <a:lstStyle/>
        <a:p>
          <a:endParaRPr lang="en-US" sz="3000"/>
        </a:p>
      </dgm:t>
    </dgm:pt>
    <dgm:pt modelId="{61F7A2D4-89EA-4D4A-8966-57D3D6AE9055}" type="sibTrans" cxnId="{4F58C75B-F6D1-4427-8598-B2BBC7FE53A9}">
      <dgm:prSet/>
      <dgm:spPr/>
      <dgm:t>
        <a:bodyPr/>
        <a:lstStyle/>
        <a:p>
          <a:endParaRPr lang="en-US" sz="3000"/>
        </a:p>
      </dgm:t>
    </dgm:pt>
    <dgm:pt modelId="{1C263425-F9E6-4322-BFF9-5A0592998ECC}" type="pres">
      <dgm:prSet presAssocID="{5777D346-62E0-4001-82F0-DD463D228148}" presName="diagram" presStyleCnt="0">
        <dgm:presLayoutVars>
          <dgm:dir/>
          <dgm:resizeHandles val="exact"/>
        </dgm:presLayoutVars>
      </dgm:prSet>
      <dgm:spPr/>
    </dgm:pt>
    <dgm:pt modelId="{9AB6ACDB-34B2-4D96-BED9-AFDFF86030DB}" type="pres">
      <dgm:prSet presAssocID="{F1201A3C-E5F5-41A5-85B4-654136511334}" presName="node" presStyleLbl="node1" presStyleIdx="0" presStyleCnt="4">
        <dgm:presLayoutVars>
          <dgm:bulletEnabled val="1"/>
        </dgm:presLayoutVars>
      </dgm:prSet>
      <dgm:spPr/>
    </dgm:pt>
    <dgm:pt modelId="{4E6C960A-0908-42E6-8E58-163BD0ACB949}" type="pres">
      <dgm:prSet presAssocID="{4857D4CE-3894-4371-8B0F-5E4EA8C9FE55}" presName="sibTrans" presStyleLbl="sibTrans2D1" presStyleIdx="0" presStyleCnt="3"/>
      <dgm:spPr/>
    </dgm:pt>
    <dgm:pt modelId="{C5DA9EBB-C77E-4E4E-9DB2-5C82D128EDC0}" type="pres">
      <dgm:prSet presAssocID="{4857D4CE-3894-4371-8B0F-5E4EA8C9FE55}" presName="connectorText" presStyleLbl="sibTrans2D1" presStyleIdx="0" presStyleCnt="3"/>
      <dgm:spPr/>
    </dgm:pt>
    <dgm:pt modelId="{CA155DDC-2830-4D1E-AC85-A43733C7954B}" type="pres">
      <dgm:prSet presAssocID="{5DC2D3BC-67DA-42D3-A2A1-9A31F3182D62}" presName="node" presStyleLbl="node1" presStyleIdx="1" presStyleCnt="4">
        <dgm:presLayoutVars>
          <dgm:bulletEnabled val="1"/>
        </dgm:presLayoutVars>
      </dgm:prSet>
      <dgm:spPr/>
    </dgm:pt>
    <dgm:pt modelId="{35C3F863-6CF2-4C5C-98ED-2ADC1ED17090}" type="pres">
      <dgm:prSet presAssocID="{73D096AA-61FC-4D92-BABB-C3EB4189803D}" presName="sibTrans" presStyleLbl="sibTrans2D1" presStyleIdx="1" presStyleCnt="3"/>
      <dgm:spPr/>
    </dgm:pt>
    <dgm:pt modelId="{6AEFB78D-B91F-4AB4-838E-E63CC1F7AF1B}" type="pres">
      <dgm:prSet presAssocID="{73D096AA-61FC-4D92-BABB-C3EB4189803D}" presName="connectorText" presStyleLbl="sibTrans2D1" presStyleIdx="1" presStyleCnt="3"/>
      <dgm:spPr/>
    </dgm:pt>
    <dgm:pt modelId="{602F94EC-22BB-4A69-BCCA-967682817906}" type="pres">
      <dgm:prSet presAssocID="{7FDF332D-224D-4E00-8752-86FB0F638C97}" presName="node" presStyleLbl="node1" presStyleIdx="2" presStyleCnt="4">
        <dgm:presLayoutVars>
          <dgm:bulletEnabled val="1"/>
        </dgm:presLayoutVars>
      </dgm:prSet>
      <dgm:spPr/>
    </dgm:pt>
    <dgm:pt modelId="{80AC67A7-389D-4906-A7A1-1F00A0F2A1A2}" type="pres">
      <dgm:prSet presAssocID="{D1E13857-F05F-41D4-8662-111D8A1264CE}" presName="sibTrans" presStyleLbl="sibTrans2D1" presStyleIdx="2" presStyleCnt="3"/>
      <dgm:spPr/>
    </dgm:pt>
    <dgm:pt modelId="{0ADEFA63-F8AA-461D-A821-23B24EB3DCA2}" type="pres">
      <dgm:prSet presAssocID="{D1E13857-F05F-41D4-8662-111D8A1264CE}" presName="connectorText" presStyleLbl="sibTrans2D1" presStyleIdx="2" presStyleCnt="3"/>
      <dgm:spPr/>
    </dgm:pt>
    <dgm:pt modelId="{71F3DC9F-2CAC-4822-9D59-1E69D362ABE1}" type="pres">
      <dgm:prSet presAssocID="{EF56856A-E2FF-4C04-890F-E15010A93E8B}" presName="node" presStyleLbl="node1" presStyleIdx="3" presStyleCnt="4">
        <dgm:presLayoutVars>
          <dgm:bulletEnabled val="1"/>
        </dgm:presLayoutVars>
      </dgm:prSet>
      <dgm:spPr/>
    </dgm:pt>
  </dgm:ptLst>
  <dgm:cxnLst>
    <dgm:cxn modelId="{68368B0E-382A-40C3-98A8-D03D9D9C2B67}" type="presOf" srcId="{5DC2D3BC-67DA-42D3-A2A1-9A31F3182D62}" destId="{CA155DDC-2830-4D1E-AC85-A43733C7954B}" srcOrd="0" destOrd="0" presId="urn:microsoft.com/office/officeart/2005/8/layout/process5"/>
    <dgm:cxn modelId="{2A772321-E487-4840-87F4-1E98FB0062AD}" srcId="{5777D346-62E0-4001-82F0-DD463D228148}" destId="{5DC2D3BC-67DA-42D3-A2A1-9A31F3182D62}" srcOrd="1" destOrd="0" parTransId="{C8BC8807-6E0E-4EAD-962F-6CCDB18780E9}" sibTransId="{73D096AA-61FC-4D92-BABB-C3EB4189803D}"/>
    <dgm:cxn modelId="{4F58C75B-F6D1-4427-8598-B2BBC7FE53A9}" srcId="{5777D346-62E0-4001-82F0-DD463D228148}" destId="{EF56856A-E2FF-4C04-890F-E15010A93E8B}" srcOrd="3" destOrd="0" parTransId="{02946F23-A61B-41FC-B559-6931B6095ABA}" sibTransId="{61F7A2D4-89EA-4D4A-8966-57D3D6AE9055}"/>
    <dgm:cxn modelId="{9D9C8044-9186-46A9-A499-7E7FA2AAE511}" type="presOf" srcId="{F1201A3C-E5F5-41A5-85B4-654136511334}" destId="{9AB6ACDB-34B2-4D96-BED9-AFDFF86030DB}" srcOrd="0" destOrd="0" presId="urn:microsoft.com/office/officeart/2005/8/layout/process5"/>
    <dgm:cxn modelId="{5E402F46-2F81-438F-B903-B8DBF83C07C9}" type="presOf" srcId="{D1E13857-F05F-41D4-8662-111D8A1264CE}" destId="{80AC67A7-389D-4906-A7A1-1F00A0F2A1A2}" srcOrd="0" destOrd="0" presId="urn:microsoft.com/office/officeart/2005/8/layout/process5"/>
    <dgm:cxn modelId="{75426A74-0395-4809-94A9-BC99884CD06D}" type="presOf" srcId="{4857D4CE-3894-4371-8B0F-5E4EA8C9FE55}" destId="{C5DA9EBB-C77E-4E4E-9DB2-5C82D128EDC0}" srcOrd="1" destOrd="0" presId="urn:microsoft.com/office/officeart/2005/8/layout/process5"/>
    <dgm:cxn modelId="{6D0FEE57-9809-4CD1-B6F2-11DE659391CD}" srcId="{5777D346-62E0-4001-82F0-DD463D228148}" destId="{7FDF332D-224D-4E00-8752-86FB0F638C97}" srcOrd="2" destOrd="0" parTransId="{C76D60B7-F274-4275-9D10-9690E2E29F77}" sibTransId="{D1E13857-F05F-41D4-8662-111D8A1264CE}"/>
    <dgm:cxn modelId="{FDF4E57D-6B16-4FBA-9D18-17E3074F8549}" type="presOf" srcId="{7FDF332D-224D-4E00-8752-86FB0F638C97}" destId="{602F94EC-22BB-4A69-BCCA-967682817906}" srcOrd="0" destOrd="0" presId="urn:microsoft.com/office/officeart/2005/8/layout/process5"/>
    <dgm:cxn modelId="{20528184-BDFD-4200-B9C9-73986E4C9CDF}" srcId="{5777D346-62E0-4001-82F0-DD463D228148}" destId="{F1201A3C-E5F5-41A5-85B4-654136511334}" srcOrd="0" destOrd="0" parTransId="{EB158E1E-BE16-4F75-A236-E8B7794C9FE4}" sibTransId="{4857D4CE-3894-4371-8B0F-5E4EA8C9FE55}"/>
    <dgm:cxn modelId="{C4324D94-95A2-4778-A8F5-3DF32CFC8CA0}" type="presOf" srcId="{D1E13857-F05F-41D4-8662-111D8A1264CE}" destId="{0ADEFA63-F8AA-461D-A821-23B24EB3DCA2}" srcOrd="1" destOrd="0" presId="urn:microsoft.com/office/officeart/2005/8/layout/process5"/>
    <dgm:cxn modelId="{806C3CA0-C78E-4A33-A650-0AC733455001}" type="presOf" srcId="{EF56856A-E2FF-4C04-890F-E15010A93E8B}" destId="{71F3DC9F-2CAC-4822-9D59-1E69D362ABE1}" srcOrd="0" destOrd="0" presId="urn:microsoft.com/office/officeart/2005/8/layout/process5"/>
    <dgm:cxn modelId="{A32A0CAB-340C-4FFF-9D66-A534C1D8452B}" type="presOf" srcId="{5777D346-62E0-4001-82F0-DD463D228148}" destId="{1C263425-F9E6-4322-BFF9-5A0592998ECC}" srcOrd="0" destOrd="0" presId="urn:microsoft.com/office/officeart/2005/8/layout/process5"/>
    <dgm:cxn modelId="{675D6EAB-8694-4D0C-AF60-FD88D39D702D}" type="presOf" srcId="{73D096AA-61FC-4D92-BABB-C3EB4189803D}" destId="{6AEFB78D-B91F-4AB4-838E-E63CC1F7AF1B}" srcOrd="1" destOrd="0" presId="urn:microsoft.com/office/officeart/2005/8/layout/process5"/>
    <dgm:cxn modelId="{263D6ECF-A7DC-46F0-B035-DB96C380395E}" type="presOf" srcId="{4857D4CE-3894-4371-8B0F-5E4EA8C9FE55}" destId="{4E6C960A-0908-42E6-8E58-163BD0ACB949}" srcOrd="0" destOrd="0" presId="urn:microsoft.com/office/officeart/2005/8/layout/process5"/>
    <dgm:cxn modelId="{84E6CAD5-CBE8-421F-BC1D-A06FE36A154F}" type="presOf" srcId="{73D096AA-61FC-4D92-BABB-C3EB4189803D}" destId="{35C3F863-6CF2-4C5C-98ED-2ADC1ED17090}" srcOrd="0" destOrd="0" presId="urn:microsoft.com/office/officeart/2005/8/layout/process5"/>
    <dgm:cxn modelId="{034883F3-5987-43CE-AA44-293B62F56C15}" type="presParOf" srcId="{1C263425-F9E6-4322-BFF9-5A0592998ECC}" destId="{9AB6ACDB-34B2-4D96-BED9-AFDFF86030DB}" srcOrd="0" destOrd="0" presId="urn:microsoft.com/office/officeart/2005/8/layout/process5"/>
    <dgm:cxn modelId="{42C31868-CC43-41AE-B288-C65BA0EEB192}" type="presParOf" srcId="{1C263425-F9E6-4322-BFF9-5A0592998ECC}" destId="{4E6C960A-0908-42E6-8E58-163BD0ACB949}" srcOrd="1" destOrd="0" presId="urn:microsoft.com/office/officeart/2005/8/layout/process5"/>
    <dgm:cxn modelId="{CEA6187A-B01E-4845-A58C-D3C7DA5F661A}" type="presParOf" srcId="{4E6C960A-0908-42E6-8E58-163BD0ACB949}" destId="{C5DA9EBB-C77E-4E4E-9DB2-5C82D128EDC0}" srcOrd="0" destOrd="0" presId="urn:microsoft.com/office/officeart/2005/8/layout/process5"/>
    <dgm:cxn modelId="{2AA02FB1-93BF-4BE8-8FE7-2F7999465C59}" type="presParOf" srcId="{1C263425-F9E6-4322-BFF9-5A0592998ECC}" destId="{CA155DDC-2830-4D1E-AC85-A43733C7954B}" srcOrd="2" destOrd="0" presId="urn:microsoft.com/office/officeart/2005/8/layout/process5"/>
    <dgm:cxn modelId="{3AB23AA6-8968-4F98-93E5-975864928CFC}" type="presParOf" srcId="{1C263425-F9E6-4322-BFF9-5A0592998ECC}" destId="{35C3F863-6CF2-4C5C-98ED-2ADC1ED17090}" srcOrd="3" destOrd="0" presId="urn:microsoft.com/office/officeart/2005/8/layout/process5"/>
    <dgm:cxn modelId="{5F796021-98FB-466C-8644-91D08D6D30E8}" type="presParOf" srcId="{35C3F863-6CF2-4C5C-98ED-2ADC1ED17090}" destId="{6AEFB78D-B91F-4AB4-838E-E63CC1F7AF1B}" srcOrd="0" destOrd="0" presId="urn:microsoft.com/office/officeart/2005/8/layout/process5"/>
    <dgm:cxn modelId="{FCB0BD43-08AD-4B7A-9C56-E65AE554D0C4}" type="presParOf" srcId="{1C263425-F9E6-4322-BFF9-5A0592998ECC}" destId="{602F94EC-22BB-4A69-BCCA-967682817906}" srcOrd="4" destOrd="0" presId="urn:microsoft.com/office/officeart/2005/8/layout/process5"/>
    <dgm:cxn modelId="{3C7A815B-CB88-48DB-925A-819F71A3DADE}" type="presParOf" srcId="{1C263425-F9E6-4322-BFF9-5A0592998ECC}" destId="{80AC67A7-389D-4906-A7A1-1F00A0F2A1A2}" srcOrd="5" destOrd="0" presId="urn:microsoft.com/office/officeart/2005/8/layout/process5"/>
    <dgm:cxn modelId="{F7EF8563-7F86-4E8D-93A3-7857EEB64B8B}" type="presParOf" srcId="{80AC67A7-389D-4906-A7A1-1F00A0F2A1A2}" destId="{0ADEFA63-F8AA-461D-A821-23B24EB3DCA2}" srcOrd="0" destOrd="0" presId="urn:microsoft.com/office/officeart/2005/8/layout/process5"/>
    <dgm:cxn modelId="{19AB0420-082A-41B3-B31F-015D0BF4064A}" type="presParOf" srcId="{1C263425-F9E6-4322-BFF9-5A0592998ECC}" destId="{71F3DC9F-2CAC-4822-9D59-1E69D362ABE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77D346-62E0-4001-82F0-DD463D228148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201A3C-E5F5-41A5-85B4-654136511334}">
      <dgm:prSet phldrT="[Text]" custT="1"/>
      <dgm:spPr>
        <a:solidFill>
          <a:srgbClr val="1F497D"/>
        </a:solidFill>
      </dgm:spPr>
      <dgm:t>
        <a:bodyPr/>
        <a:lstStyle/>
        <a:p>
          <a:r>
            <a:rPr lang="en-US" sz="3000" dirty="0"/>
            <a:t>Model generates</a:t>
          </a:r>
        </a:p>
      </dgm:t>
    </dgm:pt>
    <dgm:pt modelId="{EB158E1E-BE16-4F75-A236-E8B7794C9FE4}" type="parTrans" cxnId="{20528184-BDFD-4200-B9C9-73986E4C9CDF}">
      <dgm:prSet/>
      <dgm:spPr/>
      <dgm:t>
        <a:bodyPr/>
        <a:lstStyle/>
        <a:p>
          <a:endParaRPr lang="en-US" sz="3000"/>
        </a:p>
      </dgm:t>
    </dgm:pt>
    <dgm:pt modelId="{4857D4CE-3894-4371-8B0F-5E4EA8C9FE55}" type="sibTrans" cxnId="{20528184-BDFD-4200-B9C9-73986E4C9CDF}">
      <dgm:prSet custT="1"/>
      <dgm:spPr>
        <a:solidFill>
          <a:srgbClr val="1F497D"/>
        </a:solidFill>
      </dgm:spPr>
      <dgm:t>
        <a:bodyPr/>
        <a:lstStyle/>
        <a:p>
          <a:endParaRPr lang="en-US" sz="3000"/>
        </a:p>
      </dgm:t>
    </dgm:pt>
    <dgm:pt modelId="{5DC2D3BC-67DA-42D3-A2A1-9A31F3182D62}">
      <dgm:prSet phldrT="[Text]" custT="1"/>
      <dgm:spPr>
        <a:solidFill>
          <a:srgbClr val="C0504D"/>
        </a:solidFill>
      </dgm:spPr>
      <dgm:t>
        <a:bodyPr/>
        <a:lstStyle/>
        <a:p>
          <a:r>
            <a:rPr lang="en-US" sz="3000" dirty="0"/>
            <a:t>Human reviews</a:t>
          </a:r>
        </a:p>
      </dgm:t>
    </dgm:pt>
    <dgm:pt modelId="{C8BC8807-6E0E-4EAD-962F-6CCDB18780E9}" type="parTrans" cxnId="{2A772321-E487-4840-87F4-1E98FB0062AD}">
      <dgm:prSet/>
      <dgm:spPr/>
      <dgm:t>
        <a:bodyPr/>
        <a:lstStyle/>
        <a:p>
          <a:endParaRPr lang="en-US" sz="3000"/>
        </a:p>
      </dgm:t>
    </dgm:pt>
    <dgm:pt modelId="{73D096AA-61FC-4D92-BABB-C3EB4189803D}" type="sibTrans" cxnId="{2A772321-E487-4840-87F4-1E98FB0062AD}">
      <dgm:prSet custT="1"/>
      <dgm:spPr>
        <a:solidFill>
          <a:srgbClr val="C0504D"/>
        </a:solidFill>
      </dgm:spPr>
      <dgm:t>
        <a:bodyPr/>
        <a:lstStyle/>
        <a:p>
          <a:endParaRPr lang="en-US" sz="3000"/>
        </a:p>
      </dgm:t>
    </dgm:pt>
    <dgm:pt modelId="{7FDF332D-224D-4E00-8752-86FB0F638C97}">
      <dgm:prSet phldrT="[Text]" custT="1"/>
      <dgm:spPr>
        <a:solidFill>
          <a:srgbClr val="4F81BD"/>
        </a:solidFill>
      </dgm:spPr>
      <dgm:t>
        <a:bodyPr/>
        <a:lstStyle/>
        <a:p>
          <a:r>
            <a:rPr lang="en-US" sz="3000" dirty="0"/>
            <a:t>Retrain</a:t>
          </a:r>
        </a:p>
      </dgm:t>
    </dgm:pt>
    <dgm:pt modelId="{C76D60B7-F274-4275-9D10-9690E2E29F77}" type="parTrans" cxnId="{6D0FEE57-9809-4CD1-B6F2-11DE659391CD}">
      <dgm:prSet/>
      <dgm:spPr/>
      <dgm:t>
        <a:bodyPr/>
        <a:lstStyle/>
        <a:p>
          <a:endParaRPr lang="en-US" sz="3000"/>
        </a:p>
      </dgm:t>
    </dgm:pt>
    <dgm:pt modelId="{D1E13857-F05F-41D4-8662-111D8A1264CE}" type="sibTrans" cxnId="{6D0FEE57-9809-4CD1-B6F2-11DE659391CD}">
      <dgm:prSet custT="1"/>
      <dgm:spPr>
        <a:solidFill>
          <a:srgbClr val="4F81BD"/>
        </a:solidFill>
      </dgm:spPr>
      <dgm:t>
        <a:bodyPr/>
        <a:lstStyle/>
        <a:p>
          <a:endParaRPr lang="en-US" sz="3000"/>
        </a:p>
      </dgm:t>
    </dgm:pt>
    <dgm:pt modelId="{EF56856A-E2FF-4C04-890F-E15010A93E8B}">
      <dgm:prSet phldrT="[Text]" custT="1"/>
      <dgm:spPr>
        <a:solidFill>
          <a:srgbClr val="9BBB59"/>
        </a:solidFill>
      </dgm:spPr>
      <dgm:t>
        <a:bodyPr/>
        <a:lstStyle/>
        <a:p>
          <a:r>
            <a:rPr lang="en-US" sz="3000" dirty="0">
              <a:solidFill>
                <a:sysClr val="windowText" lastClr="000000"/>
              </a:solidFill>
            </a:rPr>
            <a:t>Improved generation</a:t>
          </a:r>
        </a:p>
      </dgm:t>
    </dgm:pt>
    <dgm:pt modelId="{02946F23-A61B-41FC-B559-6931B6095ABA}" type="parTrans" cxnId="{4F58C75B-F6D1-4427-8598-B2BBC7FE53A9}">
      <dgm:prSet/>
      <dgm:spPr/>
      <dgm:t>
        <a:bodyPr/>
        <a:lstStyle/>
        <a:p>
          <a:endParaRPr lang="en-US" sz="3000"/>
        </a:p>
      </dgm:t>
    </dgm:pt>
    <dgm:pt modelId="{61F7A2D4-89EA-4D4A-8966-57D3D6AE9055}" type="sibTrans" cxnId="{4F58C75B-F6D1-4427-8598-B2BBC7FE53A9}">
      <dgm:prSet/>
      <dgm:spPr/>
      <dgm:t>
        <a:bodyPr/>
        <a:lstStyle/>
        <a:p>
          <a:endParaRPr lang="en-US" sz="3000"/>
        </a:p>
      </dgm:t>
    </dgm:pt>
    <dgm:pt modelId="{1C263425-F9E6-4322-BFF9-5A0592998ECC}" type="pres">
      <dgm:prSet presAssocID="{5777D346-62E0-4001-82F0-DD463D228148}" presName="diagram" presStyleCnt="0">
        <dgm:presLayoutVars>
          <dgm:dir/>
          <dgm:resizeHandles val="exact"/>
        </dgm:presLayoutVars>
      </dgm:prSet>
      <dgm:spPr/>
    </dgm:pt>
    <dgm:pt modelId="{9AB6ACDB-34B2-4D96-BED9-AFDFF86030DB}" type="pres">
      <dgm:prSet presAssocID="{F1201A3C-E5F5-41A5-85B4-654136511334}" presName="node" presStyleLbl="node1" presStyleIdx="0" presStyleCnt="4">
        <dgm:presLayoutVars>
          <dgm:bulletEnabled val="1"/>
        </dgm:presLayoutVars>
      </dgm:prSet>
      <dgm:spPr/>
    </dgm:pt>
    <dgm:pt modelId="{4E6C960A-0908-42E6-8E58-163BD0ACB949}" type="pres">
      <dgm:prSet presAssocID="{4857D4CE-3894-4371-8B0F-5E4EA8C9FE55}" presName="sibTrans" presStyleLbl="sibTrans2D1" presStyleIdx="0" presStyleCnt="3"/>
      <dgm:spPr/>
    </dgm:pt>
    <dgm:pt modelId="{C5DA9EBB-C77E-4E4E-9DB2-5C82D128EDC0}" type="pres">
      <dgm:prSet presAssocID="{4857D4CE-3894-4371-8B0F-5E4EA8C9FE55}" presName="connectorText" presStyleLbl="sibTrans2D1" presStyleIdx="0" presStyleCnt="3"/>
      <dgm:spPr/>
    </dgm:pt>
    <dgm:pt modelId="{CA155DDC-2830-4D1E-AC85-A43733C7954B}" type="pres">
      <dgm:prSet presAssocID="{5DC2D3BC-67DA-42D3-A2A1-9A31F3182D62}" presName="node" presStyleLbl="node1" presStyleIdx="1" presStyleCnt="4">
        <dgm:presLayoutVars>
          <dgm:bulletEnabled val="1"/>
        </dgm:presLayoutVars>
      </dgm:prSet>
      <dgm:spPr/>
    </dgm:pt>
    <dgm:pt modelId="{35C3F863-6CF2-4C5C-98ED-2ADC1ED17090}" type="pres">
      <dgm:prSet presAssocID="{73D096AA-61FC-4D92-BABB-C3EB4189803D}" presName="sibTrans" presStyleLbl="sibTrans2D1" presStyleIdx="1" presStyleCnt="3"/>
      <dgm:spPr/>
    </dgm:pt>
    <dgm:pt modelId="{6AEFB78D-B91F-4AB4-838E-E63CC1F7AF1B}" type="pres">
      <dgm:prSet presAssocID="{73D096AA-61FC-4D92-BABB-C3EB4189803D}" presName="connectorText" presStyleLbl="sibTrans2D1" presStyleIdx="1" presStyleCnt="3"/>
      <dgm:spPr/>
    </dgm:pt>
    <dgm:pt modelId="{602F94EC-22BB-4A69-BCCA-967682817906}" type="pres">
      <dgm:prSet presAssocID="{7FDF332D-224D-4E00-8752-86FB0F638C97}" presName="node" presStyleLbl="node1" presStyleIdx="2" presStyleCnt="4">
        <dgm:presLayoutVars>
          <dgm:bulletEnabled val="1"/>
        </dgm:presLayoutVars>
      </dgm:prSet>
      <dgm:spPr/>
    </dgm:pt>
    <dgm:pt modelId="{80AC67A7-389D-4906-A7A1-1F00A0F2A1A2}" type="pres">
      <dgm:prSet presAssocID="{D1E13857-F05F-41D4-8662-111D8A1264CE}" presName="sibTrans" presStyleLbl="sibTrans2D1" presStyleIdx="2" presStyleCnt="3"/>
      <dgm:spPr/>
    </dgm:pt>
    <dgm:pt modelId="{0ADEFA63-F8AA-461D-A821-23B24EB3DCA2}" type="pres">
      <dgm:prSet presAssocID="{D1E13857-F05F-41D4-8662-111D8A1264CE}" presName="connectorText" presStyleLbl="sibTrans2D1" presStyleIdx="2" presStyleCnt="3"/>
      <dgm:spPr/>
    </dgm:pt>
    <dgm:pt modelId="{71F3DC9F-2CAC-4822-9D59-1E69D362ABE1}" type="pres">
      <dgm:prSet presAssocID="{EF56856A-E2FF-4C04-890F-E15010A93E8B}" presName="node" presStyleLbl="node1" presStyleIdx="3" presStyleCnt="4">
        <dgm:presLayoutVars>
          <dgm:bulletEnabled val="1"/>
        </dgm:presLayoutVars>
      </dgm:prSet>
      <dgm:spPr/>
    </dgm:pt>
  </dgm:ptLst>
  <dgm:cxnLst>
    <dgm:cxn modelId="{68368B0E-382A-40C3-98A8-D03D9D9C2B67}" type="presOf" srcId="{5DC2D3BC-67DA-42D3-A2A1-9A31F3182D62}" destId="{CA155DDC-2830-4D1E-AC85-A43733C7954B}" srcOrd="0" destOrd="0" presId="urn:microsoft.com/office/officeart/2005/8/layout/process5"/>
    <dgm:cxn modelId="{2A772321-E487-4840-87F4-1E98FB0062AD}" srcId="{5777D346-62E0-4001-82F0-DD463D228148}" destId="{5DC2D3BC-67DA-42D3-A2A1-9A31F3182D62}" srcOrd="1" destOrd="0" parTransId="{C8BC8807-6E0E-4EAD-962F-6CCDB18780E9}" sibTransId="{73D096AA-61FC-4D92-BABB-C3EB4189803D}"/>
    <dgm:cxn modelId="{4F58C75B-F6D1-4427-8598-B2BBC7FE53A9}" srcId="{5777D346-62E0-4001-82F0-DD463D228148}" destId="{EF56856A-E2FF-4C04-890F-E15010A93E8B}" srcOrd="3" destOrd="0" parTransId="{02946F23-A61B-41FC-B559-6931B6095ABA}" sibTransId="{61F7A2D4-89EA-4D4A-8966-57D3D6AE9055}"/>
    <dgm:cxn modelId="{9D9C8044-9186-46A9-A499-7E7FA2AAE511}" type="presOf" srcId="{F1201A3C-E5F5-41A5-85B4-654136511334}" destId="{9AB6ACDB-34B2-4D96-BED9-AFDFF86030DB}" srcOrd="0" destOrd="0" presId="urn:microsoft.com/office/officeart/2005/8/layout/process5"/>
    <dgm:cxn modelId="{5E402F46-2F81-438F-B903-B8DBF83C07C9}" type="presOf" srcId="{D1E13857-F05F-41D4-8662-111D8A1264CE}" destId="{80AC67A7-389D-4906-A7A1-1F00A0F2A1A2}" srcOrd="0" destOrd="0" presId="urn:microsoft.com/office/officeart/2005/8/layout/process5"/>
    <dgm:cxn modelId="{75426A74-0395-4809-94A9-BC99884CD06D}" type="presOf" srcId="{4857D4CE-3894-4371-8B0F-5E4EA8C9FE55}" destId="{C5DA9EBB-C77E-4E4E-9DB2-5C82D128EDC0}" srcOrd="1" destOrd="0" presId="urn:microsoft.com/office/officeart/2005/8/layout/process5"/>
    <dgm:cxn modelId="{6D0FEE57-9809-4CD1-B6F2-11DE659391CD}" srcId="{5777D346-62E0-4001-82F0-DD463D228148}" destId="{7FDF332D-224D-4E00-8752-86FB0F638C97}" srcOrd="2" destOrd="0" parTransId="{C76D60B7-F274-4275-9D10-9690E2E29F77}" sibTransId="{D1E13857-F05F-41D4-8662-111D8A1264CE}"/>
    <dgm:cxn modelId="{FDF4E57D-6B16-4FBA-9D18-17E3074F8549}" type="presOf" srcId="{7FDF332D-224D-4E00-8752-86FB0F638C97}" destId="{602F94EC-22BB-4A69-BCCA-967682817906}" srcOrd="0" destOrd="0" presId="urn:microsoft.com/office/officeart/2005/8/layout/process5"/>
    <dgm:cxn modelId="{20528184-BDFD-4200-B9C9-73986E4C9CDF}" srcId="{5777D346-62E0-4001-82F0-DD463D228148}" destId="{F1201A3C-E5F5-41A5-85B4-654136511334}" srcOrd="0" destOrd="0" parTransId="{EB158E1E-BE16-4F75-A236-E8B7794C9FE4}" sibTransId="{4857D4CE-3894-4371-8B0F-5E4EA8C9FE55}"/>
    <dgm:cxn modelId="{C4324D94-95A2-4778-A8F5-3DF32CFC8CA0}" type="presOf" srcId="{D1E13857-F05F-41D4-8662-111D8A1264CE}" destId="{0ADEFA63-F8AA-461D-A821-23B24EB3DCA2}" srcOrd="1" destOrd="0" presId="urn:microsoft.com/office/officeart/2005/8/layout/process5"/>
    <dgm:cxn modelId="{806C3CA0-C78E-4A33-A650-0AC733455001}" type="presOf" srcId="{EF56856A-E2FF-4C04-890F-E15010A93E8B}" destId="{71F3DC9F-2CAC-4822-9D59-1E69D362ABE1}" srcOrd="0" destOrd="0" presId="urn:microsoft.com/office/officeart/2005/8/layout/process5"/>
    <dgm:cxn modelId="{A32A0CAB-340C-4FFF-9D66-A534C1D8452B}" type="presOf" srcId="{5777D346-62E0-4001-82F0-DD463D228148}" destId="{1C263425-F9E6-4322-BFF9-5A0592998ECC}" srcOrd="0" destOrd="0" presId="urn:microsoft.com/office/officeart/2005/8/layout/process5"/>
    <dgm:cxn modelId="{675D6EAB-8694-4D0C-AF60-FD88D39D702D}" type="presOf" srcId="{73D096AA-61FC-4D92-BABB-C3EB4189803D}" destId="{6AEFB78D-B91F-4AB4-838E-E63CC1F7AF1B}" srcOrd="1" destOrd="0" presId="urn:microsoft.com/office/officeart/2005/8/layout/process5"/>
    <dgm:cxn modelId="{263D6ECF-A7DC-46F0-B035-DB96C380395E}" type="presOf" srcId="{4857D4CE-3894-4371-8B0F-5E4EA8C9FE55}" destId="{4E6C960A-0908-42E6-8E58-163BD0ACB949}" srcOrd="0" destOrd="0" presId="urn:microsoft.com/office/officeart/2005/8/layout/process5"/>
    <dgm:cxn modelId="{84E6CAD5-CBE8-421F-BC1D-A06FE36A154F}" type="presOf" srcId="{73D096AA-61FC-4D92-BABB-C3EB4189803D}" destId="{35C3F863-6CF2-4C5C-98ED-2ADC1ED17090}" srcOrd="0" destOrd="0" presId="urn:microsoft.com/office/officeart/2005/8/layout/process5"/>
    <dgm:cxn modelId="{034883F3-5987-43CE-AA44-293B62F56C15}" type="presParOf" srcId="{1C263425-F9E6-4322-BFF9-5A0592998ECC}" destId="{9AB6ACDB-34B2-4D96-BED9-AFDFF86030DB}" srcOrd="0" destOrd="0" presId="urn:microsoft.com/office/officeart/2005/8/layout/process5"/>
    <dgm:cxn modelId="{42C31868-CC43-41AE-B288-C65BA0EEB192}" type="presParOf" srcId="{1C263425-F9E6-4322-BFF9-5A0592998ECC}" destId="{4E6C960A-0908-42E6-8E58-163BD0ACB949}" srcOrd="1" destOrd="0" presId="urn:microsoft.com/office/officeart/2005/8/layout/process5"/>
    <dgm:cxn modelId="{CEA6187A-B01E-4845-A58C-D3C7DA5F661A}" type="presParOf" srcId="{4E6C960A-0908-42E6-8E58-163BD0ACB949}" destId="{C5DA9EBB-C77E-4E4E-9DB2-5C82D128EDC0}" srcOrd="0" destOrd="0" presId="urn:microsoft.com/office/officeart/2005/8/layout/process5"/>
    <dgm:cxn modelId="{2AA02FB1-93BF-4BE8-8FE7-2F7999465C59}" type="presParOf" srcId="{1C263425-F9E6-4322-BFF9-5A0592998ECC}" destId="{CA155DDC-2830-4D1E-AC85-A43733C7954B}" srcOrd="2" destOrd="0" presId="urn:microsoft.com/office/officeart/2005/8/layout/process5"/>
    <dgm:cxn modelId="{3AB23AA6-8968-4F98-93E5-975864928CFC}" type="presParOf" srcId="{1C263425-F9E6-4322-BFF9-5A0592998ECC}" destId="{35C3F863-6CF2-4C5C-98ED-2ADC1ED17090}" srcOrd="3" destOrd="0" presId="urn:microsoft.com/office/officeart/2005/8/layout/process5"/>
    <dgm:cxn modelId="{5F796021-98FB-466C-8644-91D08D6D30E8}" type="presParOf" srcId="{35C3F863-6CF2-4C5C-98ED-2ADC1ED17090}" destId="{6AEFB78D-B91F-4AB4-838E-E63CC1F7AF1B}" srcOrd="0" destOrd="0" presId="urn:microsoft.com/office/officeart/2005/8/layout/process5"/>
    <dgm:cxn modelId="{FCB0BD43-08AD-4B7A-9C56-E65AE554D0C4}" type="presParOf" srcId="{1C263425-F9E6-4322-BFF9-5A0592998ECC}" destId="{602F94EC-22BB-4A69-BCCA-967682817906}" srcOrd="4" destOrd="0" presId="urn:microsoft.com/office/officeart/2005/8/layout/process5"/>
    <dgm:cxn modelId="{3C7A815B-CB88-48DB-925A-819F71A3DADE}" type="presParOf" srcId="{1C263425-F9E6-4322-BFF9-5A0592998ECC}" destId="{80AC67A7-389D-4906-A7A1-1F00A0F2A1A2}" srcOrd="5" destOrd="0" presId="urn:microsoft.com/office/officeart/2005/8/layout/process5"/>
    <dgm:cxn modelId="{F7EF8563-7F86-4E8D-93A3-7857EEB64B8B}" type="presParOf" srcId="{80AC67A7-389D-4906-A7A1-1F00A0F2A1A2}" destId="{0ADEFA63-F8AA-461D-A821-23B24EB3DCA2}" srcOrd="0" destOrd="0" presId="urn:microsoft.com/office/officeart/2005/8/layout/process5"/>
    <dgm:cxn modelId="{19AB0420-082A-41B3-B31F-015D0BF4064A}" type="presParOf" srcId="{1C263425-F9E6-4322-BFF9-5A0592998ECC}" destId="{71F3DC9F-2CAC-4822-9D59-1E69D362ABE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4F9F05-7FE8-4599-86B3-F3C51D4056A6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001C547F-5AF6-4C98-9C64-AE21FF14B0F4}">
      <dgm:prSet phldrT="[Text]" custT="1"/>
      <dgm:spPr>
        <a:solidFill>
          <a:srgbClr val="4F81BD"/>
        </a:solidFill>
      </dgm:spPr>
      <dgm:t>
        <a:bodyPr/>
        <a:lstStyle/>
        <a:p>
          <a:r>
            <a:rPr lang="en-US" sz="3000" dirty="0">
              <a:latin typeface="Outfit" panose="020B0604020202020204" charset="0"/>
            </a:rPr>
            <a:t>Teacher Model</a:t>
          </a:r>
        </a:p>
      </dgm:t>
    </dgm:pt>
    <dgm:pt modelId="{15EA74BC-0D88-44EA-90EE-FED8B0BBCA3D}" type="parTrans" cxnId="{1641CDFA-13A0-4958-BD8F-E10B8FFC6C68}">
      <dgm:prSet/>
      <dgm:spPr/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A50E86B6-0FCF-458C-AC33-269083FB5F60}" type="sibTrans" cxnId="{1641CDFA-13A0-4958-BD8F-E10B8FFC6C68}">
      <dgm:prSet custT="1"/>
      <dgm:spPr>
        <a:solidFill>
          <a:srgbClr val="4F81BD"/>
        </a:solidFill>
      </dgm:spPr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34947DCB-46B8-47CA-8ECD-CD84E9FDE0CC}">
      <dgm:prSet phldrT="[Text]" custT="1"/>
      <dgm:spPr>
        <a:solidFill>
          <a:srgbClr val="C0504D"/>
        </a:solidFill>
      </dgm:spPr>
      <dgm:t>
        <a:bodyPr/>
        <a:lstStyle/>
        <a:p>
          <a:r>
            <a:rPr lang="en-US" sz="3000" dirty="0">
              <a:latin typeface="Outfit" panose="020B0604020202020204" charset="0"/>
            </a:rPr>
            <a:t>Synthetic Data</a:t>
          </a:r>
        </a:p>
      </dgm:t>
    </dgm:pt>
    <dgm:pt modelId="{F34DEB5C-EA26-47B5-B9E0-561F74618607}" type="parTrans" cxnId="{E02E6605-00B6-40C3-996C-C15E6D58CA48}">
      <dgm:prSet/>
      <dgm:spPr/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9624F27D-8558-4F80-A9A6-5191F96EDB0D}" type="sibTrans" cxnId="{E02E6605-00B6-40C3-996C-C15E6D58CA48}">
      <dgm:prSet custT="1"/>
      <dgm:spPr>
        <a:solidFill>
          <a:srgbClr val="C0504D"/>
        </a:solidFill>
      </dgm:spPr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24E68D1B-6C2F-4805-B828-9B642CED1A46}">
      <dgm:prSet phldrT="[Text]" custT="1"/>
      <dgm:spPr>
        <a:solidFill>
          <a:srgbClr val="9BBB59"/>
        </a:solidFill>
      </dgm:spPr>
      <dgm:t>
        <a:bodyPr/>
        <a:lstStyle/>
        <a:p>
          <a:r>
            <a:rPr lang="en-US" sz="3000" dirty="0">
              <a:solidFill>
                <a:sysClr val="windowText" lastClr="000000"/>
              </a:solidFill>
              <a:latin typeface="Outfit" panose="020B0604020202020204" charset="0"/>
            </a:rPr>
            <a:t>Student Model</a:t>
          </a:r>
        </a:p>
      </dgm:t>
    </dgm:pt>
    <dgm:pt modelId="{41FA6D63-522D-471D-9F73-5A8B5BD6A1DC}" type="parTrans" cxnId="{F7189B90-61D8-48D0-B2C5-F6FE392B0CB6}">
      <dgm:prSet/>
      <dgm:spPr/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12FEF392-39C8-4062-86CE-2723FCC4312E}" type="sibTrans" cxnId="{F7189B90-61D8-48D0-B2C5-F6FE392B0CB6}">
      <dgm:prSet/>
      <dgm:spPr/>
      <dgm:t>
        <a:bodyPr/>
        <a:lstStyle/>
        <a:p>
          <a:endParaRPr lang="en-US" sz="3000">
            <a:latin typeface="Outfit" panose="020B0604020202020204" charset="0"/>
          </a:endParaRPr>
        </a:p>
      </dgm:t>
    </dgm:pt>
    <dgm:pt modelId="{F2638386-CD10-4391-AB36-9DC489587B48}" type="pres">
      <dgm:prSet presAssocID="{A24F9F05-7FE8-4599-86B3-F3C51D4056A6}" presName="linearFlow" presStyleCnt="0">
        <dgm:presLayoutVars>
          <dgm:resizeHandles val="exact"/>
        </dgm:presLayoutVars>
      </dgm:prSet>
      <dgm:spPr/>
    </dgm:pt>
    <dgm:pt modelId="{D6A600E8-CE1B-4569-A4EA-E3CE97F4E54B}" type="pres">
      <dgm:prSet presAssocID="{001C547F-5AF6-4C98-9C64-AE21FF14B0F4}" presName="node" presStyleLbl="node1" presStyleIdx="0" presStyleCnt="3" custScaleX="133100">
        <dgm:presLayoutVars>
          <dgm:bulletEnabled val="1"/>
        </dgm:presLayoutVars>
      </dgm:prSet>
      <dgm:spPr/>
    </dgm:pt>
    <dgm:pt modelId="{696FD29C-AC20-48BC-946B-5E41CF459328}" type="pres">
      <dgm:prSet presAssocID="{A50E86B6-0FCF-458C-AC33-269083FB5F60}" presName="sibTrans" presStyleLbl="sibTrans2D1" presStyleIdx="0" presStyleCnt="2"/>
      <dgm:spPr/>
    </dgm:pt>
    <dgm:pt modelId="{C5336A85-5DB1-46FF-8E16-1C040E2F5A3A}" type="pres">
      <dgm:prSet presAssocID="{A50E86B6-0FCF-458C-AC33-269083FB5F60}" presName="connectorText" presStyleLbl="sibTrans2D1" presStyleIdx="0" presStyleCnt="2"/>
      <dgm:spPr/>
    </dgm:pt>
    <dgm:pt modelId="{2369E7FD-2759-4186-BD4D-36A450C55DB5}" type="pres">
      <dgm:prSet presAssocID="{34947DCB-46B8-47CA-8ECD-CD84E9FDE0CC}" presName="node" presStyleLbl="node1" presStyleIdx="1" presStyleCnt="3" custScaleX="133100">
        <dgm:presLayoutVars>
          <dgm:bulletEnabled val="1"/>
        </dgm:presLayoutVars>
      </dgm:prSet>
      <dgm:spPr/>
    </dgm:pt>
    <dgm:pt modelId="{E1FBFEF7-D409-4595-B560-44ED2EB95D70}" type="pres">
      <dgm:prSet presAssocID="{9624F27D-8558-4F80-A9A6-5191F96EDB0D}" presName="sibTrans" presStyleLbl="sibTrans2D1" presStyleIdx="1" presStyleCnt="2"/>
      <dgm:spPr/>
    </dgm:pt>
    <dgm:pt modelId="{90AFEBE3-56F6-4884-A87A-19CE5F5F8D73}" type="pres">
      <dgm:prSet presAssocID="{9624F27D-8558-4F80-A9A6-5191F96EDB0D}" presName="connectorText" presStyleLbl="sibTrans2D1" presStyleIdx="1" presStyleCnt="2"/>
      <dgm:spPr/>
    </dgm:pt>
    <dgm:pt modelId="{8FBDDD30-E6ED-41D2-B504-5D85FC2DE16C}" type="pres">
      <dgm:prSet presAssocID="{24E68D1B-6C2F-4805-B828-9B642CED1A46}" presName="node" presStyleLbl="node1" presStyleIdx="2" presStyleCnt="3" custScaleX="133100">
        <dgm:presLayoutVars>
          <dgm:bulletEnabled val="1"/>
        </dgm:presLayoutVars>
      </dgm:prSet>
      <dgm:spPr/>
    </dgm:pt>
  </dgm:ptLst>
  <dgm:cxnLst>
    <dgm:cxn modelId="{E02E6605-00B6-40C3-996C-C15E6D58CA48}" srcId="{A24F9F05-7FE8-4599-86B3-F3C51D4056A6}" destId="{34947DCB-46B8-47CA-8ECD-CD84E9FDE0CC}" srcOrd="1" destOrd="0" parTransId="{F34DEB5C-EA26-47B5-B9E0-561F74618607}" sibTransId="{9624F27D-8558-4F80-A9A6-5191F96EDB0D}"/>
    <dgm:cxn modelId="{343AAB0F-931A-4A0E-95F9-67C48478BA6C}" type="presOf" srcId="{A50E86B6-0FCF-458C-AC33-269083FB5F60}" destId="{696FD29C-AC20-48BC-946B-5E41CF459328}" srcOrd="0" destOrd="0" presId="urn:microsoft.com/office/officeart/2005/8/layout/process2"/>
    <dgm:cxn modelId="{5FCCFE17-0CA8-4073-900B-859AA934C592}" type="presOf" srcId="{001C547F-5AF6-4C98-9C64-AE21FF14B0F4}" destId="{D6A600E8-CE1B-4569-A4EA-E3CE97F4E54B}" srcOrd="0" destOrd="0" presId="urn:microsoft.com/office/officeart/2005/8/layout/process2"/>
    <dgm:cxn modelId="{DB7DCF33-B0D9-46AA-81DC-32282985BB4F}" type="presOf" srcId="{34947DCB-46B8-47CA-8ECD-CD84E9FDE0CC}" destId="{2369E7FD-2759-4186-BD4D-36A450C55DB5}" srcOrd="0" destOrd="0" presId="urn:microsoft.com/office/officeart/2005/8/layout/process2"/>
    <dgm:cxn modelId="{B9E94749-4E59-4F89-A35B-B65844D6433B}" type="presOf" srcId="{9624F27D-8558-4F80-A9A6-5191F96EDB0D}" destId="{90AFEBE3-56F6-4884-A87A-19CE5F5F8D73}" srcOrd="1" destOrd="0" presId="urn:microsoft.com/office/officeart/2005/8/layout/process2"/>
    <dgm:cxn modelId="{BF047780-6CFF-42E3-986E-57698065F8EE}" type="presOf" srcId="{A24F9F05-7FE8-4599-86B3-F3C51D4056A6}" destId="{F2638386-CD10-4391-AB36-9DC489587B48}" srcOrd="0" destOrd="0" presId="urn:microsoft.com/office/officeart/2005/8/layout/process2"/>
    <dgm:cxn modelId="{F7189B90-61D8-48D0-B2C5-F6FE392B0CB6}" srcId="{A24F9F05-7FE8-4599-86B3-F3C51D4056A6}" destId="{24E68D1B-6C2F-4805-B828-9B642CED1A46}" srcOrd="2" destOrd="0" parTransId="{41FA6D63-522D-471D-9F73-5A8B5BD6A1DC}" sibTransId="{12FEF392-39C8-4062-86CE-2723FCC4312E}"/>
    <dgm:cxn modelId="{3D1DA8A8-810E-4B4B-B7F2-C848D970CACF}" type="presOf" srcId="{A50E86B6-0FCF-458C-AC33-269083FB5F60}" destId="{C5336A85-5DB1-46FF-8E16-1C040E2F5A3A}" srcOrd="1" destOrd="0" presId="urn:microsoft.com/office/officeart/2005/8/layout/process2"/>
    <dgm:cxn modelId="{B3F2ADD5-EE40-46DA-8370-FF7DDABDD2DC}" type="presOf" srcId="{24E68D1B-6C2F-4805-B828-9B642CED1A46}" destId="{8FBDDD30-E6ED-41D2-B504-5D85FC2DE16C}" srcOrd="0" destOrd="0" presId="urn:microsoft.com/office/officeart/2005/8/layout/process2"/>
    <dgm:cxn modelId="{D86067D7-65F0-414A-B943-0FA1A337FB2F}" type="presOf" srcId="{9624F27D-8558-4F80-A9A6-5191F96EDB0D}" destId="{E1FBFEF7-D409-4595-B560-44ED2EB95D70}" srcOrd="0" destOrd="0" presId="urn:microsoft.com/office/officeart/2005/8/layout/process2"/>
    <dgm:cxn modelId="{1641CDFA-13A0-4958-BD8F-E10B8FFC6C68}" srcId="{A24F9F05-7FE8-4599-86B3-F3C51D4056A6}" destId="{001C547F-5AF6-4C98-9C64-AE21FF14B0F4}" srcOrd="0" destOrd="0" parTransId="{15EA74BC-0D88-44EA-90EE-FED8B0BBCA3D}" sibTransId="{A50E86B6-0FCF-458C-AC33-269083FB5F60}"/>
    <dgm:cxn modelId="{5533E271-CD56-4F99-B6D1-79656566989A}" type="presParOf" srcId="{F2638386-CD10-4391-AB36-9DC489587B48}" destId="{D6A600E8-CE1B-4569-A4EA-E3CE97F4E54B}" srcOrd="0" destOrd="0" presId="urn:microsoft.com/office/officeart/2005/8/layout/process2"/>
    <dgm:cxn modelId="{A796CAF1-109F-4025-B61F-2C67714D4B00}" type="presParOf" srcId="{F2638386-CD10-4391-AB36-9DC489587B48}" destId="{696FD29C-AC20-48BC-946B-5E41CF459328}" srcOrd="1" destOrd="0" presId="urn:microsoft.com/office/officeart/2005/8/layout/process2"/>
    <dgm:cxn modelId="{FE1194B3-D2F9-4A7E-8853-A45542569FE3}" type="presParOf" srcId="{696FD29C-AC20-48BC-946B-5E41CF459328}" destId="{C5336A85-5DB1-46FF-8E16-1C040E2F5A3A}" srcOrd="0" destOrd="0" presId="urn:microsoft.com/office/officeart/2005/8/layout/process2"/>
    <dgm:cxn modelId="{75225DD2-010D-4BF6-978C-DEC273C8F7CE}" type="presParOf" srcId="{F2638386-CD10-4391-AB36-9DC489587B48}" destId="{2369E7FD-2759-4186-BD4D-36A450C55DB5}" srcOrd="2" destOrd="0" presId="urn:microsoft.com/office/officeart/2005/8/layout/process2"/>
    <dgm:cxn modelId="{F529A483-084C-4DCF-AA2A-05E39B33770B}" type="presParOf" srcId="{F2638386-CD10-4391-AB36-9DC489587B48}" destId="{E1FBFEF7-D409-4595-B560-44ED2EB95D70}" srcOrd="3" destOrd="0" presId="urn:microsoft.com/office/officeart/2005/8/layout/process2"/>
    <dgm:cxn modelId="{FC843ED3-8EF0-4510-BE99-5494C1CFF277}" type="presParOf" srcId="{E1FBFEF7-D409-4595-B560-44ED2EB95D70}" destId="{90AFEBE3-56F6-4884-A87A-19CE5F5F8D73}" srcOrd="0" destOrd="0" presId="urn:microsoft.com/office/officeart/2005/8/layout/process2"/>
    <dgm:cxn modelId="{18DEC8BD-C28C-453F-958A-F97944248FD0}" type="presParOf" srcId="{F2638386-CD10-4391-AB36-9DC489587B48}" destId="{8FBDDD30-E6ED-41D2-B504-5D85FC2DE16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77D346-62E0-4001-82F0-DD463D228148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1201A3C-E5F5-41A5-85B4-654136511334}">
      <dgm:prSet phldrT="[Text]" custT="1"/>
      <dgm:spPr>
        <a:solidFill>
          <a:srgbClr val="1F497D"/>
        </a:solidFill>
      </dgm:spPr>
      <dgm:t>
        <a:bodyPr/>
        <a:lstStyle/>
        <a:p>
          <a:r>
            <a:rPr lang="en-US" sz="3000" dirty="0"/>
            <a:t>Clean Prompt</a:t>
          </a:r>
        </a:p>
      </dgm:t>
    </dgm:pt>
    <dgm:pt modelId="{EB158E1E-BE16-4F75-A236-E8B7794C9FE4}" type="parTrans" cxnId="{20528184-BDFD-4200-B9C9-73986E4C9CDF}">
      <dgm:prSet/>
      <dgm:spPr/>
      <dgm:t>
        <a:bodyPr/>
        <a:lstStyle/>
        <a:p>
          <a:endParaRPr lang="en-US" sz="3000"/>
        </a:p>
      </dgm:t>
    </dgm:pt>
    <dgm:pt modelId="{4857D4CE-3894-4371-8B0F-5E4EA8C9FE55}" type="sibTrans" cxnId="{20528184-BDFD-4200-B9C9-73986E4C9CDF}">
      <dgm:prSet custT="1"/>
      <dgm:spPr>
        <a:solidFill>
          <a:srgbClr val="1F497D"/>
        </a:solidFill>
      </dgm:spPr>
      <dgm:t>
        <a:bodyPr/>
        <a:lstStyle/>
        <a:p>
          <a:endParaRPr lang="en-US" sz="3000"/>
        </a:p>
      </dgm:t>
    </dgm:pt>
    <dgm:pt modelId="{5DC2D3BC-67DA-42D3-A2A1-9A31F3182D62}">
      <dgm:prSet phldrT="[Text]" custT="1"/>
      <dgm:spPr>
        <a:solidFill>
          <a:srgbClr val="C0504D"/>
        </a:solidFill>
      </dgm:spPr>
      <dgm:t>
        <a:bodyPr/>
        <a:lstStyle/>
        <a:p>
          <a:r>
            <a:rPr lang="en-US" sz="3000" dirty="0"/>
            <a:t>Synthetic Noise Injector</a:t>
          </a:r>
        </a:p>
      </dgm:t>
    </dgm:pt>
    <dgm:pt modelId="{C8BC8807-6E0E-4EAD-962F-6CCDB18780E9}" type="parTrans" cxnId="{2A772321-E487-4840-87F4-1E98FB0062AD}">
      <dgm:prSet/>
      <dgm:spPr/>
      <dgm:t>
        <a:bodyPr/>
        <a:lstStyle/>
        <a:p>
          <a:endParaRPr lang="en-US" sz="3000"/>
        </a:p>
      </dgm:t>
    </dgm:pt>
    <dgm:pt modelId="{73D096AA-61FC-4D92-BABB-C3EB4189803D}" type="sibTrans" cxnId="{2A772321-E487-4840-87F4-1E98FB0062AD}">
      <dgm:prSet custT="1"/>
      <dgm:spPr>
        <a:solidFill>
          <a:srgbClr val="C0504D"/>
        </a:solidFill>
      </dgm:spPr>
      <dgm:t>
        <a:bodyPr/>
        <a:lstStyle/>
        <a:p>
          <a:endParaRPr lang="en-US" sz="3000"/>
        </a:p>
      </dgm:t>
    </dgm:pt>
    <dgm:pt modelId="{7FDF332D-224D-4E00-8752-86FB0F638C97}">
      <dgm:prSet phldrT="[Text]" custT="1"/>
      <dgm:spPr>
        <a:solidFill>
          <a:srgbClr val="4F81BD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14300" tIns="114300" rIns="114300" bIns="114300" numCol="1" spcCol="1270" anchor="ctr" anchorCtr="0"/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Augmented Dataset</a:t>
          </a:r>
        </a:p>
      </dgm:t>
    </dgm:pt>
    <dgm:pt modelId="{C76D60B7-F274-4275-9D10-9690E2E29F77}" type="parTrans" cxnId="{6D0FEE57-9809-4CD1-B6F2-11DE659391CD}">
      <dgm:prSet/>
      <dgm:spPr/>
      <dgm:t>
        <a:bodyPr/>
        <a:lstStyle/>
        <a:p>
          <a:endParaRPr lang="en-US" sz="3000"/>
        </a:p>
      </dgm:t>
    </dgm:pt>
    <dgm:pt modelId="{D1E13857-F05F-41D4-8662-111D8A1264CE}" type="sibTrans" cxnId="{6D0FEE57-9809-4CD1-B6F2-11DE659391CD}">
      <dgm:prSet custT="1"/>
      <dgm:spPr>
        <a:solidFill>
          <a:srgbClr val="4F81BD"/>
        </a:solidFill>
      </dgm:spPr>
      <dgm:t>
        <a:bodyPr/>
        <a:lstStyle/>
        <a:p>
          <a:endParaRPr lang="en-US" sz="3000"/>
        </a:p>
      </dgm:t>
    </dgm:pt>
    <dgm:pt modelId="{EF56856A-E2FF-4C04-890F-E15010A93E8B}">
      <dgm:prSet phldrT="[Text]" custT="1"/>
      <dgm:spPr>
        <a:solidFill>
          <a:srgbClr val="9BBB59"/>
        </a:solidFill>
      </dgm:spPr>
      <dgm:t>
        <a:bodyPr/>
        <a:lstStyle/>
        <a:p>
          <a:r>
            <a:rPr lang="en-US" sz="3000" dirty="0">
              <a:solidFill>
                <a:sysClr val="windowText" lastClr="000000"/>
              </a:solidFill>
            </a:rPr>
            <a:t>Robust Model</a:t>
          </a:r>
        </a:p>
      </dgm:t>
    </dgm:pt>
    <dgm:pt modelId="{02946F23-A61B-41FC-B559-6931B6095ABA}" type="parTrans" cxnId="{4F58C75B-F6D1-4427-8598-B2BBC7FE53A9}">
      <dgm:prSet/>
      <dgm:spPr/>
      <dgm:t>
        <a:bodyPr/>
        <a:lstStyle/>
        <a:p>
          <a:endParaRPr lang="en-US" sz="3000"/>
        </a:p>
      </dgm:t>
    </dgm:pt>
    <dgm:pt modelId="{61F7A2D4-89EA-4D4A-8966-57D3D6AE9055}" type="sibTrans" cxnId="{4F58C75B-F6D1-4427-8598-B2BBC7FE53A9}">
      <dgm:prSet/>
      <dgm:spPr/>
      <dgm:t>
        <a:bodyPr/>
        <a:lstStyle/>
        <a:p>
          <a:endParaRPr lang="en-US" sz="3000"/>
        </a:p>
      </dgm:t>
    </dgm:pt>
    <dgm:pt modelId="{1C263425-F9E6-4322-BFF9-5A0592998ECC}" type="pres">
      <dgm:prSet presAssocID="{5777D346-62E0-4001-82F0-DD463D228148}" presName="diagram" presStyleCnt="0">
        <dgm:presLayoutVars>
          <dgm:dir/>
          <dgm:resizeHandles val="exact"/>
        </dgm:presLayoutVars>
      </dgm:prSet>
      <dgm:spPr/>
    </dgm:pt>
    <dgm:pt modelId="{9AB6ACDB-34B2-4D96-BED9-AFDFF86030DB}" type="pres">
      <dgm:prSet presAssocID="{F1201A3C-E5F5-41A5-85B4-654136511334}" presName="node" presStyleLbl="node1" presStyleIdx="0" presStyleCnt="4">
        <dgm:presLayoutVars>
          <dgm:bulletEnabled val="1"/>
        </dgm:presLayoutVars>
      </dgm:prSet>
      <dgm:spPr/>
    </dgm:pt>
    <dgm:pt modelId="{4E6C960A-0908-42E6-8E58-163BD0ACB949}" type="pres">
      <dgm:prSet presAssocID="{4857D4CE-3894-4371-8B0F-5E4EA8C9FE55}" presName="sibTrans" presStyleLbl="sibTrans2D1" presStyleIdx="0" presStyleCnt="3"/>
      <dgm:spPr/>
    </dgm:pt>
    <dgm:pt modelId="{C5DA9EBB-C77E-4E4E-9DB2-5C82D128EDC0}" type="pres">
      <dgm:prSet presAssocID="{4857D4CE-3894-4371-8B0F-5E4EA8C9FE55}" presName="connectorText" presStyleLbl="sibTrans2D1" presStyleIdx="0" presStyleCnt="3"/>
      <dgm:spPr/>
    </dgm:pt>
    <dgm:pt modelId="{CA155DDC-2830-4D1E-AC85-A43733C7954B}" type="pres">
      <dgm:prSet presAssocID="{5DC2D3BC-67DA-42D3-A2A1-9A31F3182D62}" presName="node" presStyleLbl="node1" presStyleIdx="1" presStyleCnt="4">
        <dgm:presLayoutVars>
          <dgm:bulletEnabled val="1"/>
        </dgm:presLayoutVars>
      </dgm:prSet>
      <dgm:spPr/>
    </dgm:pt>
    <dgm:pt modelId="{35C3F863-6CF2-4C5C-98ED-2ADC1ED17090}" type="pres">
      <dgm:prSet presAssocID="{73D096AA-61FC-4D92-BABB-C3EB4189803D}" presName="sibTrans" presStyleLbl="sibTrans2D1" presStyleIdx="1" presStyleCnt="3"/>
      <dgm:spPr/>
    </dgm:pt>
    <dgm:pt modelId="{6AEFB78D-B91F-4AB4-838E-E63CC1F7AF1B}" type="pres">
      <dgm:prSet presAssocID="{73D096AA-61FC-4D92-BABB-C3EB4189803D}" presName="connectorText" presStyleLbl="sibTrans2D1" presStyleIdx="1" presStyleCnt="3"/>
      <dgm:spPr/>
    </dgm:pt>
    <dgm:pt modelId="{602F94EC-22BB-4A69-BCCA-967682817906}" type="pres">
      <dgm:prSet presAssocID="{7FDF332D-224D-4E00-8752-86FB0F638C97}" presName="node" presStyleLbl="node1" presStyleIdx="2" presStyleCnt="4">
        <dgm:presLayoutVars>
          <dgm:bulletEnabled val="1"/>
        </dgm:presLayoutVars>
      </dgm:prSet>
      <dgm:spPr>
        <a:xfrm>
          <a:off x="4014314" y="2867303"/>
          <a:ext cx="2866407" cy="1719844"/>
        </a:xfrm>
        <a:prstGeom prst="roundRect">
          <a:avLst>
            <a:gd name="adj" fmla="val 10000"/>
          </a:avLst>
        </a:prstGeom>
      </dgm:spPr>
    </dgm:pt>
    <dgm:pt modelId="{80AC67A7-389D-4906-A7A1-1F00A0F2A1A2}" type="pres">
      <dgm:prSet presAssocID="{D1E13857-F05F-41D4-8662-111D8A1264CE}" presName="sibTrans" presStyleLbl="sibTrans2D1" presStyleIdx="2" presStyleCnt="3"/>
      <dgm:spPr/>
    </dgm:pt>
    <dgm:pt modelId="{0ADEFA63-F8AA-461D-A821-23B24EB3DCA2}" type="pres">
      <dgm:prSet presAssocID="{D1E13857-F05F-41D4-8662-111D8A1264CE}" presName="connectorText" presStyleLbl="sibTrans2D1" presStyleIdx="2" presStyleCnt="3"/>
      <dgm:spPr/>
    </dgm:pt>
    <dgm:pt modelId="{71F3DC9F-2CAC-4822-9D59-1E69D362ABE1}" type="pres">
      <dgm:prSet presAssocID="{EF56856A-E2FF-4C04-890F-E15010A93E8B}" presName="node" presStyleLbl="node1" presStyleIdx="3" presStyleCnt="4">
        <dgm:presLayoutVars>
          <dgm:bulletEnabled val="1"/>
        </dgm:presLayoutVars>
      </dgm:prSet>
      <dgm:spPr/>
    </dgm:pt>
  </dgm:ptLst>
  <dgm:cxnLst>
    <dgm:cxn modelId="{68368B0E-382A-40C3-98A8-D03D9D9C2B67}" type="presOf" srcId="{5DC2D3BC-67DA-42D3-A2A1-9A31F3182D62}" destId="{CA155DDC-2830-4D1E-AC85-A43733C7954B}" srcOrd="0" destOrd="0" presId="urn:microsoft.com/office/officeart/2005/8/layout/process5"/>
    <dgm:cxn modelId="{2A772321-E487-4840-87F4-1E98FB0062AD}" srcId="{5777D346-62E0-4001-82F0-DD463D228148}" destId="{5DC2D3BC-67DA-42D3-A2A1-9A31F3182D62}" srcOrd="1" destOrd="0" parTransId="{C8BC8807-6E0E-4EAD-962F-6CCDB18780E9}" sibTransId="{73D096AA-61FC-4D92-BABB-C3EB4189803D}"/>
    <dgm:cxn modelId="{4F58C75B-F6D1-4427-8598-B2BBC7FE53A9}" srcId="{5777D346-62E0-4001-82F0-DD463D228148}" destId="{EF56856A-E2FF-4C04-890F-E15010A93E8B}" srcOrd="3" destOrd="0" parTransId="{02946F23-A61B-41FC-B559-6931B6095ABA}" sibTransId="{61F7A2D4-89EA-4D4A-8966-57D3D6AE9055}"/>
    <dgm:cxn modelId="{9D9C8044-9186-46A9-A499-7E7FA2AAE511}" type="presOf" srcId="{F1201A3C-E5F5-41A5-85B4-654136511334}" destId="{9AB6ACDB-34B2-4D96-BED9-AFDFF86030DB}" srcOrd="0" destOrd="0" presId="urn:microsoft.com/office/officeart/2005/8/layout/process5"/>
    <dgm:cxn modelId="{5E402F46-2F81-438F-B903-B8DBF83C07C9}" type="presOf" srcId="{D1E13857-F05F-41D4-8662-111D8A1264CE}" destId="{80AC67A7-389D-4906-A7A1-1F00A0F2A1A2}" srcOrd="0" destOrd="0" presId="urn:microsoft.com/office/officeart/2005/8/layout/process5"/>
    <dgm:cxn modelId="{75426A74-0395-4809-94A9-BC99884CD06D}" type="presOf" srcId="{4857D4CE-3894-4371-8B0F-5E4EA8C9FE55}" destId="{C5DA9EBB-C77E-4E4E-9DB2-5C82D128EDC0}" srcOrd="1" destOrd="0" presId="urn:microsoft.com/office/officeart/2005/8/layout/process5"/>
    <dgm:cxn modelId="{6D0FEE57-9809-4CD1-B6F2-11DE659391CD}" srcId="{5777D346-62E0-4001-82F0-DD463D228148}" destId="{7FDF332D-224D-4E00-8752-86FB0F638C97}" srcOrd="2" destOrd="0" parTransId="{C76D60B7-F274-4275-9D10-9690E2E29F77}" sibTransId="{D1E13857-F05F-41D4-8662-111D8A1264CE}"/>
    <dgm:cxn modelId="{FDF4E57D-6B16-4FBA-9D18-17E3074F8549}" type="presOf" srcId="{7FDF332D-224D-4E00-8752-86FB0F638C97}" destId="{602F94EC-22BB-4A69-BCCA-967682817906}" srcOrd="0" destOrd="0" presId="urn:microsoft.com/office/officeart/2005/8/layout/process5"/>
    <dgm:cxn modelId="{20528184-BDFD-4200-B9C9-73986E4C9CDF}" srcId="{5777D346-62E0-4001-82F0-DD463D228148}" destId="{F1201A3C-E5F5-41A5-85B4-654136511334}" srcOrd="0" destOrd="0" parTransId="{EB158E1E-BE16-4F75-A236-E8B7794C9FE4}" sibTransId="{4857D4CE-3894-4371-8B0F-5E4EA8C9FE55}"/>
    <dgm:cxn modelId="{C4324D94-95A2-4778-A8F5-3DF32CFC8CA0}" type="presOf" srcId="{D1E13857-F05F-41D4-8662-111D8A1264CE}" destId="{0ADEFA63-F8AA-461D-A821-23B24EB3DCA2}" srcOrd="1" destOrd="0" presId="urn:microsoft.com/office/officeart/2005/8/layout/process5"/>
    <dgm:cxn modelId="{806C3CA0-C78E-4A33-A650-0AC733455001}" type="presOf" srcId="{EF56856A-E2FF-4C04-890F-E15010A93E8B}" destId="{71F3DC9F-2CAC-4822-9D59-1E69D362ABE1}" srcOrd="0" destOrd="0" presId="urn:microsoft.com/office/officeart/2005/8/layout/process5"/>
    <dgm:cxn modelId="{A32A0CAB-340C-4FFF-9D66-A534C1D8452B}" type="presOf" srcId="{5777D346-62E0-4001-82F0-DD463D228148}" destId="{1C263425-F9E6-4322-BFF9-5A0592998ECC}" srcOrd="0" destOrd="0" presId="urn:microsoft.com/office/officeart/2005/8/layout/process5"/>
    <dgm:cxn modelId="{675D6EAB-8694-4D0C-AF60-FD88D39D702D}" type="presOf" srcId="{73D096AA-61FC-4D92-BABB-C3EB4189803D}" destId="{6AEFB78D-B91F-4AB4-838E-E63CC1F7AF1B}" srcOrd="1" destOrd="0" presId="urn:microsoft.com/office/officeart/2005/8/layout/process5"/>
    <dgm:cxn modelId="{263D6ECF-A7DC-46F0-B035-DB96C380395E}" type="presOf" srcId="{4857D4CE-3894-4371-8B0F-5E4EA8C9FE55}" destId="{4E6C960A-0908-42E6-8E58-163BD0ACB949}" srcOrd="0" destOrd="0" presId="urn:microsoft.com/office/officeart/2005/8/layout/process5"/>
    <dgm:cxn modelId="{84E6CAD5-CBE8-421F-BC1D-A06FE36A154F}" type="presOf" srcId="{73D096AA-61FC-4D92-BABB-C3EB4189803D}" destId="{35C3F863-6CF2-4C5C-98ED-2ADC1ED17090}" srcOrd="0" destOrd="0" presId="urn:microsoft.com/office/officeart/2005/8/layout/process5"/>
    <dgm:cxn modelId="{034883F3-5987-43CE-AA44-293B62F56C15}" type="presParOf" srcId="{1C263425-F9E6-4322-BFF9-5A0592998ECC}" destId="{9AB6ACDB-34B2-4D96-BED9-AFDFF86030DB}" srcOrd="0" destOrd="0" presId="urn:microsoft.com/office/officeart/2005/8/layout/process5"/>
    <dgm:cxn modelId="{42C31868-CC43-41AE-B288-C65BA0EEB192}" type="presParOf" srcId="{1C263425-F9E6-4322-BFF9-5A0592998ECC}" destId="{4E6C960A-0908-42E6-8E58-163BD0ACB949}" srcOrd="1" destOrd="0" presId="urn:microsoft.com/office/officeart/2005/8/layout/process5"/>
    <dgm:cxn modelId="{CEA6187A-B01E-4845-A58C-D3C7DA5F661A}" type="presParOf" srcId="{4E6C960A-0908-42E6-8E58-163BD0ACB949}" destId="{C5DA9EBB-C77E-4E4E-9DB2-5C82D128EDC0}" srcOrd="0" destOrd="0" presId="urn:microsoft.com/office/officeart/2005/8/layout/process5"/>
    <dgm:cxn modelId="{2AA02FB1-93BF-4BE8-8FE7-2F7999465C59}" type="presParOf" srcId="{1C263425-F9E6-4322-BFF9-5A0592998ECC}" destId="{CA155DDC-2830-4D1E-AC85-A43733C7954B}" srcOrd="2" destOrd="0" presId="urn:microsoft.com/office/officeart/2005/8/layout/process5"/>
    <dgm:cxn modelId="{3AB23AA6-8968-4F98-93E5-975864928CFC}" type="presParOf" srcId="{1C263425-F9E6-4322-BFF9-5A0592998ECC}" destId="{35C3F863-6CF2-4C5C-98ED-2ADC1ED17090}" srcOrd="3" destOrd="0" presId="urn:microsoft.com/office/officeart/2005/8/layout/process5"/>
    <dgm:cxn modelId="{5F796021-98FB-466C-8644-91D08D6D30E8}" type="presParOf" srcId="{35C3F863-6CF2-4C5C-98ED-2ADC1ED17090}" destId="{6AEFB78D-B91F-4AB4-838E-E63CC1F7AF1B}" srcOrd="0" destOrd="0" presId="urn:microsoft.com/office/officeart/2005/8/layout/process5"/>
    <dgm:cxn modelId="{FCB0BD43-08AD-4B7A-9C56-E65AE554D0C4}" type="presParOf" srcId="{1C263425-F9E6-4322-BFF9-5A0592998ECC}" destId="{602F94EC-22BB-4A69-BCCA-967682817906}" srcOrd="4" destOrd="0" presId="urn:microsoft.com/office/officeart/2005/8/layout/process5"/>
    <dgm:cxn modelId="{3C7A815B-CB88-48DB-925A-819F71A3DADE}" type="presParOf" srcId="{1C263425-F9E6-4322-BFF9-5A0592998ECC}" destId="{80AC67A7-389D-4906-A7A1-1F00A0F2A1A2}" srcOrd="5" destOrd="0" presId="urn:microsoft.com/office/officeart/2005/8/layout/process5"/>
    <dgm:cxn modelId="{F7EF8563-7F86-4E8D-93A3-7857EEB64B8B}" type="presParOf" srcId="{80AC67A7-389D-4906-A7A1-1F00A0F2A1A2}" destId="{0ADEFA63-F8AA-461D-A821-23B24EB3DCA2}" srcOrd="0" destOrd="0" presId="urn:microsoft.com/office/officeart/2005/8/layout/process5"/>
    <dgm:cxn modelId="{19AB0420-082A-41B3-B31F-015D0BF4064A}" type="presParOf" srcId="{1C263425-F9E6-4322-BFF9-5A0592998ECC}" destId="{71F3DC9F-2CAC-4822-9D59-1E69D362ABE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6ACDB-34B2-4D96-BED9-AFDFF86030DB}">
      <dsp:nvSpPr>
        <dsp:cNvPr id="0" name=""/>
        <dsp:cNvSpPr/>
      </dsp:nvSpPr>
      <dsp:spPr>
        <a:xfrm>
          <a:off x="1344" y="896"/>
          <a:ext cx="2866407" cy="1719844"/>
        </a:xfrm>
        <a:prstGeom prst="roundRect">
          <a:avLst>
            <a:gd name="adj" fmla="val 10000"/>
          </a:avLst>
        </a:prstGeom>
        <a:solidFill>
          <a:srgbClr val="1F497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Data Collection</a:t>
          </a:r>
        </a:p>
      </dsp:txBody>
      <dsp:txXfrm>
        <a:off x="51717" y="51269"/>
        <a:ext cx="2765661" cy="1619098"/>
      </dsp:txXfrm>
    </dsp:sp>
    <dsp:sp modelId="{4E6C960A-0908-42E6-8E58-163BD0ACB949}">
      <dsp:nvSpPr>
        <dsp:cNvPr id="0" name=""/>
        <dsp:cNvSpPr/>
      </dsp:nvSpPr>
      <dsp:spPr>
        <a:xfrm>
          <a:off x="3119995" y="505383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1F497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19995" y="647557"/>
        <a:ext cx="425375" cy="426521"/>
      </dsp:txXfrm>
    </dsp:sp>
    <dsp:sp modelId="{CA155DDC-2830-4D1E-AC85-A43733C7954B}">
      <dsp:nvSpPr>
        <dsp:cNvPr id="0" name=""/>
        <dsp:cNvSpPr/>
      </dsp:nvSpPr>
      <dsp:spPr>
        <a:xfrm>
          <a:off x="4014314" y="896"/>
          <a:ext cx="2866407" cy="1719844"/>
        </a:xfrm>
        <a:prstGeom prst="roundRect">
          <a:avLst>
            <a:gd name="adj" fmla="val 100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Annotation</a:t>
          </a:r>
        </a:p>
      </dsp:txBody>
      <dsp:txXfrm>
        <a:off x="4064687" y="51269"/>
        <a:ext cx="2765661" cy="1619098"/>
      </dsp:txXfrm>
    </dsp:sp>
    <dsp:sp modelId="{35C3F863-6CF2-4C5C-98ED-2ADC1ED17090}">
      <dsp:nvSpPr>
        <dsp:cNvPr id="0" name=""/>
        <dsp:cNvSpPr/>
      </dsp:nvSpPr>
      <dsp:spPr>
        <a:xfrm rot="5400000">
          <a:off x="5143678" y="1921389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C0504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-5400000">
        <a:off x="5234257" y="1972985"/>
        <a:ext cx="426521" cy="425375"/>
      </dsp:txXfrm>
    </dsp:sp>
    <dsp:sp modelId="{602F94EC-22BB-4A69-BCCA-967682817906}">
      <dsp:nvSpPr>
        <dsp:cNvPr id="0" name=""/>
        <dsp:cNvSpPr/>
      </dsp:nvSpPr>
      <dsp:spPr>
        <a:xfrm>
          <a:off x="4014314" y="2867303"/>
          <a:ext cx="2866407" cy="1719844"/>
        </a:xfrm>
        <a:prstGeom prst="roundRect">
          <a:avLst>
            <a:gd name="adj" fmla="val 10000"/>
          </a:avLst>
        </a:prstGeom>
        <a:solidFill>
          <a:srgbClr val="4F81B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Review</a:t>
          </a:r>
        </a:p>
      </dsp:txBody>
      <dsp:txXfrm>
        <a:off x="4064687" y="2917676"/>
        <a:ext cx="2765661" cy="1619098"/>
      </dsp:txXfrm>
    </dsp:sp>
    <dsp:sp modelId="{68C2BE27-7777-4764-BCA8-2F0CC4309808}">
      <dsp:nvSpPr>
        <dsp:cNvPr id="0" name=""/>
        <dsp:cNvSpPr/>
      </dsp:nvSpPr>
      <dsp:spPr>
        <a:xfrm rot="10800000">
          <a:off x="3154392" y="3371791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4F8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solidFill>
              <a:schemeClr val="tx1"/>
            </a:solidFill>
          </a:endParaRPr>
        </a:p>
      </dsp:txBody>
      <dsp:txXfrm rot="10800000">
        <a:off x="3336695" y="3513965"/>
        <a:ext cx="425375" cy="426521"/>
      </dsp:txXfrm>
    </dsp:sp>
    <dsp:sp modelId="{E7330C41-81F5-4FC7-8F66-BD712726B37B}">
      <dsp:nvSpPr>
        <dsp:cNvPr id="0" name=""/>
        <dsp:cNvSpPr/>
      </dsp:nvSpPr>
      <dsp:spPr>
        <a:xfrm>
          <a:off x="1344" y="2867303"/>
          <a:ext cx="2866407" cy="1719844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Formatting</a:t>
          </a:r>
        </a:p>
      </dsp:txBody>
      <dsp:txXfrm>
        <a:off x="51717" y="2917676"/>
        <a:ext cx="2765661" cy="16190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6ACDB-34B2-4D96-BED9-AFDFF86030DB}">
      <dsp:nvSpPr>
        <dsp:cNvPr id="0" name=""/>
        <dsp:cNvSpPr/>
      </dsp:nvSpPr>
      <dsp:spPr>
        <a:xfrm>
          <a:off x="1344" y="896"/>
          <a:ext cx="2866407" cy="1719844"/>
        </a:xfrm>
        <a:prstGeom prst="roundRect">
          <a:avLst>
            <a:gd name="adj" fmla="val 10000"/>
          </a:avLst>
        </a:prstGeom>
        <a:solidFill>
          <a:srgbClr val="1F497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Prompt</a:t>
          </a:r>
        </a:p>
      </dsp:txBody>
      <dsp:txXfrm>
        <a:off x="51717" y="51269"/>
        <a:ext cx="2765661" cy="1619098"/>
      </dsp:txXfrm>
    </dsp:sp>
    <dsp:sp modelId="{4E6C960A-0908-42E6-8E58-163BD0ACB949}">
      <dsp:nvSpPr>
        <dsp:cNvPr id="0" name=""/>
        <dsp:cNvSpPr/>
      </dsp:nvSpPr>
      <dsp:spPr>
        <a:xfrm>
          <a:off x="3119995" y="505383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1F497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19995" y="647557"/>
        <a:ext cx="425375" cy="426521"/>
      </dsp:txXfrm>
    </dsp:sp>
    <dsp:sp modelId="{CA155DDC-2830-4D1E-AC85-A43733C7954B}">
      <dsp:nvSpPr>
        <dsp:cNvPr id="0" name=""/>
        <dsp:cNvSpPr/>
      </dsp:nvSpPr>
      <dsp:spPr>
        <a:xfrm>
          <a:off x="4014314" y="896"/>
          <a:ext cx="2866407" cy="1719844"/>
        </a:xfrm>
        <a:prstGeom prst="roundRect">
          <a:avLst>
            <a:gd name="adj" fmla="val 100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LLM</a:t>
          </a:r>
        </a:p>
      </dsp:txBody>
      <dsp:txXfrm>
        <a:off x="4064687" y="51269"/>
        <a:ext cx="2765661" cy="1619098"/>
      </dsp:txXfrm>
    </dsp:sp>
    <dsp:sp modelId="{35C3F863-6CF2-4C5C-98ED-2ADC1ED17090}">
      <dsp:nvSpPr>
        <dsp:cNvPr id="0" name=""/>
        <dsp:cNvSpPr/>
      </dsp:nvSpPr>
      <dsp:spPr>
        <a:xfrm rot="5400000">
          <a:off x="5143678" y="1921389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C0504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-5400000">
        <a:off x="5234257" y="1972985"/>
        <a:ext cx="426521" cy="425375"/>
      </dsp:txXfrm>
    </dsp:sp>
    <dsp:sp modelId="{602F94EC-22BB-4A69-BCCA-967682817906}">
      <dsp:nvSpPr>
        <dsp:cNvPr id="0" name=""/>
        <dsp:cNvSpPr/>
      </dsp:nvSpPr>
      <dsp:spPr>
        <a:xfrm>
          <a:off x="4014314" y="2867303"/>
          <a:ext cx="2866407" cy="1719844"/>
        </a:xfrm>
        <a:prstGeom prst="roundRect">
          <a:avLst>
            <a:gd name="adj" fmla="val 10000"/>
          </a:avLst>
        </a:prstGeom>
        <a:solidFill>
          <a:srgbClr val="4F81B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Synthetic Dataset</a:t>
          </a:r>
        </a:p>
      </dsp:txBody>
      <dsp:txXfrm>
        <a:off x="4064687" y="2917676"/>
        <a:ext cx="2765661" cy="1619098"/>
      </dsp:txXfrm>
    </dsp:sp>
    <dsp:sp modelId="{80AC67A7-389D-4906-A7A1-1F00A0F2A1A2}">
      <dsp:nvSpPr>
        <dsp:cNvPr id="0" name=""/>
        <dsp:cNvSpPr/>
      </dsp:nvSpPr>
      <dsp:spPr>
        <a:xfrm rot="10800000">
          <a:off x="3154392" y="3371791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4F8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10800000">
        <a:off x="3336695" y="3513965"/>
        <a:ext cx="425375" cy="426521"/>
      </dsp:txXfrm>
    </dsp:sp>
    <dsp:sp modelId="{71F3DC9F-2CAC-4822-9D59-1E69D362ABE1}">
      <dsp:nvSpPr>
        <dsp:cNvPr id="0" name=""/>
        <dsp:cNvSpPr/>
      </dsp:nvSpPr>
      <dsp:spPr>
        <a:xfrm>
          <a:off x="1344" y="2867303"/>
          <a:ext cx="2866407" cy="1719844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Text" lastClr="000000"/>
              </a:solidFill>
            </a:rPr>
            <a:t>Model </a:t>
          </a:r>
          <a:br>
            <a:rPr lang="en-US" sz="3000" kern="1200" dirty="0">
              <a:solidFill>
                <a:sysClr val="windowText" lastClr="000000"/>
              </a:solidFill>
            </a:rPr>
          </a:br>
          <a:r>
            <a:rPr lang="en-US" sz="3000" kern="1200" dirty="0">
              <a:solidFill>
                <a:sysClr val="windowText" lastClr="000000"/>
              </a:solidFill>
            </a:rPr>
            <a:t>Training</a:t>
          </a:r>
        </a:p>
      </dsp:txBody>
      <dsp:txXfrm>
        <a:off x="51717" y="2917676"/>
        <a:ext cx="2765661" cy="16190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6ACDB-34B2-4D96-BED9-AFDFF86030DB}">
      <dsp:nvSpPr>
        <dsp:cNvPr id="0" name=""/>
        <dsp:cNvSpPr/>
      </dsp:nvSpPr>
      <dsp:spPr>
        <a:xfrm>
          <a:off x="1344" y="896"/>
          <a:ext cx="2866407" cy="1719844"/>
        </a:xfrm>
        <a:prstGeom prst="roundRect">
          <a:avLst>
            <a:gd name="adj" fmla="val 10000"/>
          </a:avLst>
        </a:prstGeom>
        <a:solidFill>
          <a:srgbClr val="1F497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Model generates</a:t>
          </a:r>
        </a:p>
      </dsp:txBody>
      <dsp:txXfrm>
        <a:off x="51717" y="51269"/>
        <a:ext cx="2765661" cy="1619098"/>
      </dsp:txXfrm>
    </dsp:sp>
    <dsp:sp modelId="{4E6C960A-0908-42E6-8E58-163BD0ACB949}">
      <dsp:nvSpPr>
        <dsp:cNvPr id="0" name=""/>
        <dsp:cNvSpPr/>
      </dsp:nvSpPr>
      <dsp:spPr>
        <a:xfrm>
          <a:off x="3119995" y="505383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1F497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19995" y="647557"/>
        <a:ext cx="425375" cy="426521"/>
      </dsp:txXfrm>
    </dsp:sp>
    <dsp:sp modelId="{CA155DDC-2830-4D1E-AC85-A43733C7954B}">
      <dsp:nvSpPr>
        <dsp:cNvPr id="0" name=""/>
        <dsp:cNvSpPr/>
      </dsp:nvSpPr>
      <dsp:spPr>
        <a:xfrm>
          <a:off x="4014314" y="896"/>
          <a:ext cx="2866407" cy="1719844"/>
        </a:xfrm>
        <a:prstGeom prst="roundRect">
          <a:avLst>
            <a:gd name="adj" fmla="val 100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Human reviews</a:t>
          </a:r>
        </a:p>
      </dsp:txBody>
      <dsp:txXfrm>
        <a:off x="4064687" y="51269"/>
        <a:ext cx="2765661" cy="1619098"/>
      </dsp:txXfrm>
    </dsp:sp>
    <dsp:sp modelId="{35C3F863-6CF2-4C5C-98ED-2ADC1ED17090}">
      <dsp:nvSpPr>
        <dsp:cNvPr id="0" name=""/>
        <dsp:cNvSpPr/>
      </dsp:nvSpPr>
      <dsp:spPr>
        <a:xfrm rot="5400000">
          <a:off x="5143678" y="1921389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C0504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-5400000">
        <a:off x="5234257" y="1972985"/>
        <a:ext cx="426521" cy="425375"/>
      </dsp:txXfrm>
    </dsp:sp>
    <dsp:sp modelId="{602F94EC-22BB-4A69-BCCA-967682817906}">
      <dsp:nvSpPr>
        <dsp:cNvPr id="0" name=""/>
        <dsp:cNvSpPr/>
      </dsp:nvSpPr>
      <dsp:spPr>
        <a:xfrm>
          <a:off x="4014314" y="2867303"/>
          <a:ext cx="2866407" cy="1719844"/>
        </a:xfrm>
        <a:prstGeom prst="roundRect">
          <a:avLst>
            <a:gd name="adj" fmla="val 10000"/>
          </a:avLst>
        </a:prstGeom>
        <a:solidFill>
          <a:srgbClr val="4F81B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Retrain</a:t>
          </a:r>
        </a:p>
      </dsp:txBody>
      <dsp:txXfrm>
        <a:off x="4064687" y="2917676"/>
        <a:ext cx="2765661" cy="1619098"/>
      </dsp:txXfrm>
    </dsp:sp>
    <dsp:sp modelId="{80AC67A7-389D-4906-A7A1-1F00A0F2A1A2}">
      <dsp:nvSpPr>
        <dsp:cNvPr id="0" name=""/>
        <dsp:cNvSpPr/>
      </dsp:nvSpPr>
      <dsp:spPr>
        <a:xfrm rot="10800000">
          <a:off x="3154392" y="3371791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4F8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10800000">
        <a:off x="3336695" y="3513965"/>
        <a:ext cx="425375" cy="426521"/>
      </dsp:txXfrm>
    </dsp:sp>
    <dsp:sp modelId="{71F3DC9F-2CAC-4822-9D59-1E69D362ABE1}">
      <dsp:nvSpPr>
        <dsp:cNvPr id="0" name=""/>
        <dsp:cNvSpPr/>
      </dsp:nvSpPr>
      <dsp:spPr>
        <a:xfrm>
          <a:off x="1344" y="2867303"/>
          <a:ext cx="2866407" cy="1719844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Text" lastClr="000000"/>
              </a:solidFill>
            </a:rPr>
            <a:t>Improved generation</a:t>
          </a:r>
        </a:p>
      </dsp:txBody>
      <dsp:txXfrm>
        <a:off x="51717" y="2917676"/>
        <a:ext cx="2765661" cy="1619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A600E8-CE1B-4569-A4EA-E3CE97F4E54B}">
      <dsp:nvSpPr>
        <dsp:cNvPr id="0" name=""/>
        <dsp:cNvSpPr/>
      </dsp:nvSpPr>
      <dsp:spPr>
        <a:xfrm>
          <a:off x="0" y="0"/>
          <a:ext cx="3210536" cy="1147010"/>
        </a:xfrm>
        <a:prstGeom prst="roundRect">
          <a:avLst>
            <a:gd name="adj" fmla="val 10000"/>
          </a:avLst>
        </a:prstGeom>
        <a:solidFill>
          <a:srgbClr val="4F81B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Outfit" panose="020B0604020202020204" charset="0"/>
            </a:rPr>
            <a:t>Teacher Model</a:t>
          </a:r>
        </a:p>
      </dsp:txBody>
      <dsp:txXfrm>
        <a:off x="33595" y="33595"/>
        <a:ext cx="3143346" cy="1079820"/>
      </dsp:txXfrm>
    </dsp:sp>
    <dsp:sp modelId="{696FD29C-AC20-48BC-946B-5E41CF459328}">
      <dsp:nvSpPr>
        <dsp:cNvPr id="0" name=""/>
        <dsp:cNvSpPr/>
      </dsp:nvSpPr>
      <dsp:spPr>
        <a:xfrm rot="5400000">
          <a:off x="1390203" y="1175686"/>
          <a:ext cx="430129" cy="516154"/>
        </a:xfrm>
        <a:prstGeom prst="rightArrow">
          <a:avLst>
            <a:gd name="adj1" fmla="val 60000"/>
            <a:gd name="adj2" fmla="val 50000"/>
          </a:avLst>
        </a:prstGeom>
        <a:solidFill>
          <a:srgbClr val="4F8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Outfit" panose="020B0604020202020204" charset="0"/>
          </a:endParaRPr>
        </a:p>
      </dsp:txBody>
      <dsp:txXfrm rot="-5400000">
        <a:off x="1450422" y="1218699"/>
        <a:ext cx="309692" cy="301090"/>
      </dsp:txXfrm>
    </dsp:sp>
    <dsp:sp modelId="{2369E7FD-2759-4186-BD4D-36A450C55DB5}">
      <dsp:nvSpPr>
        <dsp:cNvPr id="0" name=""/>
        <dsp:cNvSpPr/>
      </dsp:nvSpPr>
      <dsp:spPr>
        <a:xfrm>
          <a:off x="0" y="1720516"/>
          <a:ext cx="3210536" cy="1147010"/>
        </a:xfrm>
        <a:prstGeom prst="roundRect">
          <a:avLst>
            <a:gd name="adj" fmla="val 100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Outfit" panose="020B0604020202020204" charset="0"/>
            </a:rPr>
            <a:t>Synthetic Data</a:t>
          </a:r>
        </a:p>
      </dsp:txBody>
      <dsp:txXfrm>
        <a:off x="33595" y="1754111"/>
        <a:ext cx="3143346" cy="1079820"/>
      </dsp:txXfrm>
    </dsp:sp>
    <dsp:sp modelId="{E1FBFEF7-D409-4595-B560-44ED2EB95D70}">
      <dsp:nvSpPr>
        <dsp:cNvPr id="0" name=""/>
        <dsp:cNvSpPr/>
      </dsp:nvSpPr>
      <dsp:spPr>
        <a:xfrm rot="5400000">
          <a:off x="1390203" y="2896202"/>
          <a:ext cx="430129" cy="516154"/>
        </a:xfrm>
        <a:prstGeom prst="rightArrow">
          <a:avLst>
            <a:gd name="adj1" fmla="val 60000"/>
            <a:gd name="adj2" fmla="val 50000"/>
          </a:avLst>
        </a:prstGeom>
        <a:solidFill>
          <a:srgbClr val="C0504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Outfit" panose="020B0604020202020204" charset="0"/>
          </a:endParaRPr>
        </a:p>
      </dsp:txBody>
      <dsp:txXfrm rot="-5400000">
        <a:off x="1450422" y="2939215"/>
        <a:ext cx="309692" cy="301090"/>
      </dsp:txXfrm>
    </dsp:sp>
    <dsp:sp modelId="{8FBDDD30-E6ED-41D2-B504-5D85FC2DE16C}">
      <dsp:nvSpPr>
        <dsp:cNvPr id="0" name=""/>
        <dsp:cNvSpPr/>
      </dsp:nvSpPr>
      <dsp:spPr>
        <a:xfrm>
          <a:off x="0" y="3441033"/>
          <a:ext cx="3210536" cy="1147010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Text" lastClr="000000"/>
              </a:solidFill>
              <a:latin typeface="Outfit" panose="020B0604020202020204" charset="0"/>
            </a:rPr>
            <a:t>Student Model</a:t>
          </a:r>
        </a:p>
      </dsp:txBody>
      <dsp:txXfrm>
        <a:off x="33595" y="3474628"/>
        <a:ext cx="3143346" cy="10798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6ACDB-34B2-4D96-BED9-AFDFF86030DB}">
      <dsp:nvSpPr>
        <dsp:cNvPr id="0" name=""/>
        <dsp:cNvSpPr/>
      </dsp:nvSpPr>
      <dsp:spPr>
        <a:xfrm>
          <a:off x="1344" y="896"/>
          <a:ext cx="2866407" cy="1719844"/>
        </a:xfrm>
        <a:prstGeom prst="roundRect">
          <a:avLst>
            <a:gd name="adj" fmla="val 10000"/>
          </a:avLst>
        </a:prstGeom>
        <a:solidFill>
          <a:srgbClr val="1F497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Clean Prompt</a:t>
          </a:r>
        </a:p>
      </dsp:txBody>
      <dsp:txXfrm>
        <a:off x="51717" y="51269"/>
        <a:ext cx="2765661" cy="1619098"/>
      </dsp:txXfrm>
    </dsp:sp>
    <dsp:sp modelId="{4E6C960A-0908-42E6-8E58-163BD0ACB949}">
      <dsp:nvSpPr>
        <dsp:cNvPr id="0" name=""/>
        <dsp:cNvSpPr/>
      </dsp:nvSpPr>
      <dsp:spPr>
        <a:xfrm>
          <a:off x="3119995" y="505383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1F497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19995" y="647557"/>
        <a:ext cx="425375" cy="426521"/>
      </dsp:txXfrm>
    </dsp:sp>
    <dsp:sp modelId="{CA155DDC-2830-4D1E-AC85-A43733C7954B}">
      <dsp:nvSpPr>
        <dsp:cNvPr id="0" name=""/>
        <dsp:cNvSpPr/>
      </dsp:nvSpPr>
      <dsp:spPr>
        <a:xfrm>
          <a:off x="4014314" y="896"/>
          <a:ext cx="2866407" cy="1719844"/>
        </a:xfrm>
        <a:prstGeom prst="roundRect">
          <a:avLst>
            <a:gd name="adj" fmla="val 100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Synthetic Noise Injector</a:t>
          </a:r>
        </a:p>
      </dsp:txBody>
      <dsp:txXfrm>
        <a:off x="4064687" y="51269"/>
        <a:ext cx="2765661" cy="1619098"/>
      </dsp:txXfrm>
    </dsp:sp>
    <dsp:sp modelId="{35C3F863-6CF2-4C5C-98ED-2ADC1ED17090}">
      <dsp:nvSpPr>
        <dsp:cNvPr id="0" name=""/>
        <dsp:cNvSpPr/>
      </dsp:nvSpPr>
      <dsp:spPr>
        <a:xfrm rot="5400000">
          <a:off x="5143678" y="1921389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C0504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-5400000">
        <a:off x="5234257" y="1972985"/>
        <a:ext cx="426521" cy="425375"/>
      </dsp:txXfrm>
    </dsp:sp>
    <dsp:sp modelId="{602F94EC-22BB-4A69-BCCA-967682817906}">
      <dsp:nvSpPr>
        <dsp:cNvPr id="0" name=""/>
        <dsp:cNvSpPr/>
      </dsp:nvSpPr>
      <dsp:spPr>
        <a:xfrm>
          <a:off x="4014314" y="2867303"/>
          <a:ext cx="2866407" cy="1719844"/>
        </a:xfrm>
        <a:prstGeom prst="roundRect">
          <a:avLst>
            <a:gd name="adj" fmla="val 10000"/>
          </a:avLst>
        </a:prstGeom>
        <a:solidFill>
          <a:srgbClr val="4F81BD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Augmented Dataset</a:t>
          </a:r>
        </a:p>
      </dsp:txBody>
      <dsp:txXfrm>
        <a:off x="4064687" y="2917676"/>
        <a:ext cx="2765661" cy="1619098"/>
      </dsp:txXfrm>
    </dsp:sp>
    <dsp:sp modelId="{80AC67A7-389D-4906-A7A1-1F00A0F2A1A2}">
      <dsp:nvSpPr>
        <dsp:cNvPr id="0" name=""/>
        <dsp:cNvSpPr/>
      </dsp:nvSpPr>
      <dsp:spPr>
        <a:xfrm rot="10800000">
          <a:off x="3154392" y="3371791"/>
          <a:ext cx="607678" cy="710869"/>
        </a:xfrm>
        <a:prstGeom prst="rightArrow">
          <a:avLst>
            <a:gd name="adj1" fmla="val 60000"/>
            <a:gd name="adj2" fmla="val 50000"/>
          </a:avLst>
        </a:prstGeom>
        <a:solidFill>
          <a:srgbClr val="4F81B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10800000">
        <a:off x="3336695" y="3513965"/>
        <a:ext cx="425375" cy="426521"/>
      </dsp:txXfrm>
    </dsp:sp>
    <dsp:sp modelId="{71F3DC9F-2CAC-4822-9D59-1E69D362ABE1}">
      <dsp:nvSpPr>
        <dsp:cNvPr id="0" name=""/>
        <dsp:cNvSpPr/>
      </dsp:nvSpPr>
      <dsp:spPr>
        <a:xfrm>
          <a:off x="1344" y="2867303"/>
          <a:ext cx="2866407" cy="1719844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Text" lastClr="000000"/>
              </a:solidFill>
            </a:rPr>
            <a:t>Robust Model</a:t>
          </a:r>
        </a:p>
      </dsp:txBody>
      <dsp:txXfrm>
        <a:off x="51717" y="2917676"/>
        <a:ext cx="2765661" cy="1619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F84-7D22-98C9-CD1F-A7E42F91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DC22E-6750-9425-DD7A-AC636AC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D3774-5C32-3EC6-C8F4-3D5C8AA9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0BA43-88C5-B71E-BEE8-FD5B98A9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68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FF55-ABA5-6CEB-A629-94C7F2B6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5612-AF3A-DEEE-72B3-F9BE2E61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0146-ABC2-84A6-4A65-19D79D94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3FD3-76F4-08F5-EC8C-0591A54F3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6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000000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3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Used where collecting real-world data is slow, costly, or restricted.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Can simulate edge cases or rare linguistic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Increasingly reliable with strong prompting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82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Best AI models use synthetic supervision (e.g., RLHF, pre-training, preference alignment).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 in </a:t>
            </a:r>
            <a:r>
              <a:rPr lang="en-US" b="0" dirty="0"/>
              <a:t>complement</a:t>
            </a:r>
            <a:r>
              <a:rPr lang="en-US" dirty="0"/>
              <a:t>, not as a total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87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A7A7-AEAB-1D7D-0937-ADA31C15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7EFD0-3042-E5CC-7CB0-3C1C7A231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56CB9-E230-E268-A7ED-3EC4D1498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Even with large teams, manual curation struggles to keep up with demand for supervised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Real-world data is messy and often underrepresents rare or important phenomena.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B0734-0400-A2DF-03B8-6F759E7BF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52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C69D-9E58-DEC6-E593-AD139BF8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752ED-4F43-3423-125D-4C00D9373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083F4-C461-DB5B-07FF-7D410D082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synthetic dataset for math problems or long-context summarization created in hours instead of weeks.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You can “spin up” 100k high-quality examples for new domains using prompt templates and filtering.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78BC8-48D3-79A2-92A6-116587030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48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5B74-4802-C899-82F4-0A77AF3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C5D19-275D-356C-C634-C83DC23D7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CC28F-CE34-3880-3EE4-0CAFBA4A0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AI companies uses multiple iterations of model-generated and model-reviewed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“Synthetic first drafts” can be refined by experts, reducing workload.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10DD1-2ABD-143C-77DA-77E070591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LLMs offer unmatched scalability and consistency, ideal for high-volume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Humans remain </a:t>
            </a:r>
            <a:r>
              <a:rPr lang="en-US" b="0" dirty="0"/>
              <a:t>essential for nuanced, sensitive, or ambiguous labeling.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LLM-generated labels are especially effective for bootstrapping datasets or ranking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91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3A9D-3702-F814-0E75-3A5FA06B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FAFDD-1413-C711-5789-454CF9550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2FAB7-3A76-0366-AF14-ACEF3B245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Many orgs combine LLM-generated first passes with human validation.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Synthetic preference data can be pre-ranked by LLMs, then corrected by humans.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24231-2AE4-446D-B78A-6785D1F63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68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BF16-F63E-7107-3EAF-40DD489D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3E32B-D763-7CA4-3850-661745373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F0536-DB6A-EC7E-FCE9-8C0C6D593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C6116-B2CE-71F2-DC92-D44D05D50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57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CD5F-4662-C08C-2F4C-0732770B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DEBD7-E465-8FEB-1E89-494AD6E0B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A3F51-8A5D-B466-EFA6-AE3A6C871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Distillation bridges the gap between cutting-edge performance and efficient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Synthetic examples are often better than real-world text for targeted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3C329-99C9-C0BF-056D-F8CA43C88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9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BA9F-939E-111F-0955-59C38D20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C650B-E37B-D2CB-6ACA-1B7BD975E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5711F-C170-B4EA-884E-A119B70FC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In some tasks, distilled models trained with synthetic data reach 90–95% of teacher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Hugging Face and Meta use LLM-generated synthetic corpora for rapid scaling of mid-size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Each distillation pass loses some nuance and adds computational cost. After ~2–3 steps, students may plateau or diverge.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AE9D-0AFD-0A6C-6CE3-C30529A17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13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5FCE-BDFF-F1EB-9F47-5AA71C73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6B4D6-777E-ED1C-C05F-660C62334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C4699-C0BB-55BD-D415-4C45289BC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RLHF is powerful but expensive and slow due to human evaluation.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Synthetic preference data can bootstrap alignment with minimal human effort.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3C9DC-1008-FE0F-4F9A-14347D2FB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62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2BF0-E262-5255-A015-906D1C67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D6340-0155-5557-81D3-3E3D1D2C9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681F4-EA99-332B-8AF7-0AAD489D4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Conciseness is critical in voice-based UX (small late</a:t>
            </a:r>
            <a:r>
              <a:rPr lang="en-US" dirty="0"/>
              <a:t>ncy window, user attention span).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Preference alignment ensures responses are helpful without phrases like “I think” or “It’s possible that...”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technique avoids needing thousands of human-rated audio interactions.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042F7-E54B-AEA4-2A9A-585B37739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57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41A4-3915-17D2-C3A2-52E5CDA6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62F4D-A250-A6E9-C064-47C3B73A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BEFD4-9A1D-1C54-352D-0ADC65C65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Synthetic noise injection increases robustness to user-generated inputs, especially in mobile, voice, and AR settings.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Improves model tolerance in smart glasses, voice assistants, and form parsing tools.</a:t>
            </a:r>
          </a:p>
          <a:p>
            <a:pPr>
              <a:buNone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144CF-A18B-06E9-2DA9-946F79254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27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B91C-19A1-A4E7-1B8A-A87B9CD3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A644D-D9FA-B858-EA8E-BC21F711C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FCED6-3418-7B34-5B53-370F785B7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Talking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Synthetic augmentation can reduce brittleness to noise without hurting core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Enables testing + training on edge-case inputs without needing real noisy corpora.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9308-3F25-1220-1E03-A0091FBAD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6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4974F-450E-E84F-2D2D-5CAD1B1D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F0C4D2-4ADC-FE03-5D1D-C8F2CBF37931}"/>
              </a:ext>
            </a:extLst>
          </p:cNvPr>
          <p:cNvGrpSpPr/>
          <p:nvPr/>
        </p:nvGrpSpPr>
        <p:grpSpPr>
          <a:xfrm>
            <a:off x="14417256" y="6466736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8D4C75-5BC5-4EBF-CDC3-3930F72EF9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58E014-A7CE-AA7E-EA6F-085645C70DC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DCA74F-C253-3AC6-D1E9-B620098CF0C7}"/>
              </a:ext>
            </a:extLst>
          </p:cNvPr>
          <p:cNvSpPr txBox="1"/>
          <p:nvPr/>
        </p:nvSpPr>
        <p:spPr>
          <a:xfrm>
            <a:off x="972949" y="4411702"/>
            <a:ext cx="16114333" cy="319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Synthetic data offers scalable and economical LLM development.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This session delves into its wide-ranging use cases.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- Accelerate data curation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- Enable LLM distillation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- Improve model robustness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- Align outputs with user preferences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3009900"/>
            <a:ext cx="13706016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Role of Synthetic Data in LLM Development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10541882" y="7249108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Eslam Kamal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10541882" y="8005392"/>
            <a:ext cx="3478918" cy="8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Engineering Manager</a:t>
            </a:r>
            <a:b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@ Meta Platforms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614594" y="7938718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9" name="Picture 8" descr="A person taking a selfie in front of the ocean&#10;&#10;AI-generated content may be incorrect.">
            <a:extLst>
              <a:ext uri="{FF2B5EF4-FFF2-40B4-BE49-F238E27FC236}">
                <a16:creationId xmlns:a16="http://schemas.microsoft.com/office/drawing/2014/main" id="{9C9CCE5D-4311-8F09-346F-8E50EF036C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795" y="6669396"/>
            <a:ext cx="2442485" cy="2442486"/>
          </a:xfrm>
          <a:prstGeom prst="ellipse">
            <a:avLst/>
          </a:prstGeom>
          <a:ln w="3175" cap="rnd">
            <a:solidFill>
              <a:srgbClr val="00CD8F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97681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479925"/>
            <a:ext cx="1136142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Role of Synthetic Data in </a:t>
            </a:r>
            <a:br>
              <a:rPr lang="en-US" sz="4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4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LLM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165967"/>
            <a:ext cx="1136142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Enabling scalable and economical LLM training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AF79-6D66-69C5-BD51-FDD29B8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2170922" y="6200273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Eslam Kamal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2170922" y="6867993"/>
            <a:ext cx="3478918" cy="8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Engineering Manager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@ Meta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564090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bg1"/>
                </a:solidFill>
              </a:rPr>
              <a:t>Abou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pl-PL" dirty="0"/>
              <a:t> </a:t>
            </a:r>
            <a:r>
              <a:rPr lang="en-US" dirty="0">
                <a:solidFill>
                  <a:srgbClr val="00CD8F"/>
                </a:solidFill>
              </a:rPr>
              <a:t>Eslam Kamal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588941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AI Engineering Manager with 18+ years of professional experience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Currently at Meta Platforms, Ex-Microsoft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Focus areas include Multimodal LLMs, Conversational AI, NLP, Responsible AI and ML data strategies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Responsible for the conversational quality of Live AI models on Ray-Ban Meta smart glasses and next-gen smart wearables at Meta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Led AI engineering teams for Azure Responsible AI, Microsoft Copilot, GitHub Copilot, Copilot Studio, Dynamics 365 and Azure AI Language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Author of “Data Strategy for LLMs” book (stay tuned)</a:t>
            </a:r>
          </a:p>
          <a:p>
            <a:pPr>
              <a:spcBef>
                <a:spcPts val="1000"/>
              </a:spcBef>
            </a:pPr>
            <a:endParaRPr lang="en-US" sz="2000" dirty="0">
              <a:solidFill>
                <a:schemeClr val="bg1"/>
              </a:solidFill>
              <a:latin typeface="Outfit" panose="020B0604020202020204" charset="0"/>
            </a:endParaRP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Husband and father of two: 16-years-old girl and 13-years-old boy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Hobbies: table tennis, video games, and board games</a:t>
            </a:r>
          </a:p>
        </p:txBody>
      </p:sp>
      <p:pic>
        <p:nvPicPr>
          <p:cNvPr id="4" name="Picture 3" descr="A person taking a selfie in front of the ocean&#10;&#10;AI-generated content may be incorrect.">
            <a:extLst>
              <a:ext uri="{FF2B5EF4-FFF2-40B4-BE49-F238E27FC236}">
                <a16:creationId xmlns:a16="http://schemas.microsoft.com/office/drawing/2014/main" id="{4FF39858-87A6-8579-681D-9B3BEA77D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138" y="3569704"/>
            <a:ext cx="2442485" cy="2442486"/>
          </a:xfrm>
          <a:prstGeom prst="ellipse">
            <a:avLst/>
          </a:prstGeom>
          <a:ln w="3175" cap="rnd">
            <a:solidFill>
              <a:srgbClr val="00CD8F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853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3050" y="2818130"/>
            <a:ext cx="7915082" cy="52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Introduction to Synthetic Data</a:t>
            </a:r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3050" y="4597400"/>
            <a:ext cx="7915082" cy="52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Synthetic Data in LLM Distillation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3050" y="5463540"/>
            <a:ext cx="7915082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Preference Alignment Case Study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3050" y="6416348"/>
            <a:ext cx="8096058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Building Robustness with Synthetic Data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3050" y="7282180"/>
            <a:ext cx="7915082" cy="52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Q&amp;A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3698875"/>
            <a:ext cx="7915082" cy="52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Accelerating Data Curation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1: Introduction to Synthetic Data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0540-34FE-CB47-E92C-FC46F2CC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9E5101-6198-D97D-2DA4-F28FCB36188A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555F32B-A6B1-9542-20F0-566A88303489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F173EA-D154-A433-0A95-339106416EBF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8C5432-8185-4F40-6219-74EAC6B2A713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B1C7C4-62AF-9F66-5CA9-FA885F7D2CA5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6EBFFF-8788-98C6-9AF9-892028625893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5BA25BB-9A4B-EE87-2152-BF63FEB636B9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348103-7490-7041-8B0E-98A0EFA34F31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Introduction to Synthetic Data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E988C01-EFAF-38A3-C565-FF2157F89FA9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Synthetic Data?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BB786C-CF69-ED0F-5C9A-B9663F756114}"/>
              </a:ext>
            </a:extLst>
          </p:cNvPr>
          <p:cNvSpPr txBox="1"/>
          <p:nvPr/>
        </p:nvSpPr>
        <p:spPr>
          <a:xfrm>
            <a:off x="1028700" y="2714466"/>
            <a:ext cx="15334814" cy="589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sym typeface="Outfit Bold"/>
              </a:rPr>
              <a:t>Artificially generated data that mimics real-world examples, typically created by models or algorithms</a:t>
            </a:r>
          </a:p>
          <a:p>
            <a:pPr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Types of synthetic text data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Prompted generation using LLMs with strong prompting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Simulated conversations or question-answer pairs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Paraphrased or templated sentences</a:t>
            </a:r>
            <a:endParaRPr lang="en-US" sz="2400" b="1" dirty="0">
              <a:solidFill>
                <a:srgbClr val="000000"/>
              </a:solidFill>
              <a:latin typeface="Outfit" panose="020B0604020202020204" charset="0"/>
              <a:ea typeface="Outfit Bold"/>
              <a:cs typeface="Outfit Bold"/>
              <a:sym typeface="Outfit Bold"/>
            </a:endParaRPr>
          </a:p>
          <a:p>
            <a:pPr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/>
                <a:sym typeface="Outfit Bold"/>
              </a:rPr>
              <a:t>Synthetic data could be essential when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Collecting real-world data is slow, costly, or restricted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Simulating edge cases or rare linguistic patterns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  <a:sym typeface="Outfit Bold"/>
              </a:rPr>
              <a:t>Working with harmful content</a:t>
            </a:r>
          </a:p>
          <a:p>
            <a:pPr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/>
                <a:sym typeface="Outfit Bold"/>
              </a:rPr>
              <a:t>Multimodal synthetic data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Combine text with images, audio, or video generated by models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Enables training of vision-language models using paired text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C17B3DA9-14DE-E3F5-BA56-8CF5508A61D4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6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341459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3773-452B-9D03-742D-3DCD9BD6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A diagram of the relationship between real examples and generated content">
            <a:extLst>
              <a:ext uri="{FF2B5EF4-FFF2-40B4-BE49-F238E27FC236}">
                <a16:creationId xmlns:a16="http://schemas.microsoft.com/office/drawing/2014/main" id="{C75856F5-8C3F-7E78-3350-4511C8DBAE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5" t="19630" r="12626" b="15926"/>
          <a:stretch/>
        </p:blipFill>
        <p:spPr bwMode="auto">
          <a:xfrm>
            <a:off x="1447800" y="2499870"/>
            <a:ext cx="7385275" cy="498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9D3477DF-27B2-E9DD-6D4F-2D92D48BA3EC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45E9553-6B6D-7EBD-448A-F257D854C47F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C9B21E4-93A9-CD49-574D-40070BCA107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D9C265-FF6E-C937-48D0-C4796F7D396E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424B3F6-DAC6-560B-F994-1BAE27872EFD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46C65B-C325-70B5-4CEF-3B95DA74EF02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59870F3-D017-4239-BDBF-225C83A46B71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CE0D6D-7AEA-4B98-25C0-E3CF4492A72A}"/>
              </a:ext>
            </a:extLst>
          </p:cNvPr>
          <p:cNvSpPr txBox="1"/>
          <p:nvPr/>
        </p:nvSpPr>
        <p:spPr>
          <a:xfrm>
            <a:off x="10138767" y="2238678"/>
            <a:ext cx="7120533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Generate millions of samples on demand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2EBA7E-48CB-3667-CD22-E4747541E91F}"/>
              </a:ext>
            </a:extLst>
          </p:cNvPr>
          <p:cNvSpPr txBox="1"/>
          <p:nvPr/>
        </p:nvSpPr>
        <p:spPr>
          <a:xfrm>
            <a:off x="10138767" y="1485900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Scalability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A257802-ECDB-EC63-C37D-EF2C840E70F1}"/>
              </a:ext>
            </a:extLst>
          </p:cNvPr>
          <p:cNvSpPr txBox="1"/>
          <p:nvPr/>
        </p:nvSpPr>
        <p:spPr>
          <a:xfrm>
            <a:off x="10138767" y="3822851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Reduces manual labeling effort and workforce costs and increases throughput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5656027-522C-0A03-1C80-95541EC7501F}"/>
              </a:ext>
            </a:extLst>
          </p:cNvPr>
          <p:cNvSpPr txBox="1"/>
          <p:nvPr/>
        </p:nvSpPr>
        <p:spPr>
          <a:xfrm>
            <a:off x="10138767" y="3070074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Efficiency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E84162E-9347-31F6-89E4-6A5CCB057D83}"/>
              </a:ext>
            </a:extLst>
          </p:cNvPr>
          <p:cNvSpPr txBox="1"/>
          <p:nvPr/>
        </p:nvSpPr>
        <p:spPr>
          <a:xfrm>
            <a:off x="10138767" y="5843060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Tailor data to specific tasks, languages, or domains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BD1E236-3433-77F6-EEDB-67BD7B200BBC}"/>
              </a:ext>
            </a:extLst>
          </p:cNvPr>
          <p:cNvSpPr txBox="1"/>
          <p:nvPr/>
        </p:nvSpPr>
        <p:spPr>
          <a:xfrm>
            <a:off x="10138767" y="5090282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Control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76CF5912-A153-81E9-833E-35135B94E04F}"/>
              </a:ext>
            </a:extLst>
          </p:cNvPr>
          <p:cNvSpPr/>
          <p:nvPr/>
        </p:nvSpPr>
        <p:spPr>
          <a:xfrm>
            <a:off x="10138767" y="2138665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35E873D-752F-EC55-27A0-F8602DEAB27C}"/>
              </a:ext>
            </a:extLst>
          </p:cNvPr>
          <p:cNvSpPr/>
          <p:nvPr/>
        </p:nvSpPr>
        <p:spPr>
          <a:xfrm>
            <a:off x="10138767" y="3722537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8B639487-76A4-1FB0-68B3-98FD134885C1}"/>
              </a:ext>
            </a:extLst>
          </p:cNvPr>
          <p:cNvSpPr/>
          <p:nvPr/>
        </p:nvSpPr>
        <p:spPr>
          <a:xfrm>
            <a:off x="10138767" y="5742745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2CB230B-AEC3-AA93-C643-A68151585FE5}"/>
              </a:ext>
            </a:extLst>
          </p:cNvPr>
          <p:cNvSpPr txBox="1"/>
          <p:nvPr/>
        </p:nvSpPr>
        <p:spPr>
          <a:xfrm>
            <a:off x="1028700" y="1212691"/>
            <a:ext cx="76248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Why Synthetic Data?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D7B18BB-A4A9-4D5E-8918-4C81C8AA2788}"/>
              </a:ext>
            </a:extLst>
          </p:cNvPr>
          <p:cNvSpPr txBox="1"/>
          <p:nvPr/>
        </p:nvSpPr>
        <p:spPr>
          <a:xfrm>
            <a:off x="1580172" y="7640664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Real data and synthetic data have overlapping roles in training, testing, and fine-tuning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30A8998-FDEC-8B59-AD27-CA8CDB4B13DD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7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4567C2E-3DBC-5459-2208-B6B22798F31B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Introduction to Synthetic Data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953E4F86-7B50-A68F-3375-D891E077A437}"/>
              </a:ext>
            </a:extLst>
          </p:cNvPr>
          <p:cNvSpPr txBox="1"/>
          <p:nvPr/>
        </p:nvSpPr>
        <p:spPr>
          <a:xfrm>
            <a:off x="10138767" y="7887457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No real user data required — critical for sensitive domains and enterprise scenarios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3077F12C-013C-253F-14E5-1666BC9DFCCD}"/>
              </a:ext>
            </a:extLst>
          </p:cNvPr>
          <p:cNvSpPr txBox="1"/>
          <p:nvPr/>
        </p:nvSpPr>
        <p:spPr>
          <a:xfrm>
            <a:off x="10138767" y="7134679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Privacy</a:t>
            </a:r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3E0B44DB-D99E-33C5-9835-D44F23902A24}"/>
              </a:ext>
            </a:extLst>
          </p:cNvPr>
          <p:cNvSpPr/>
          <p:nvPr/>
        </p:nvSpPr>
        <p:spPr>
          <a:xfrm>
            <a:off x="10138767" y="7787142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7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DE79-12D5-5DFC-A318-861A6F156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6530B2-A352-9474-3C22-EC04BBB146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BE48A47-CAFD-C2DD-54D1-39D10250C134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2: Accelerating Data Curation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9E10121-76F4-326B-7018-F80992799B0B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5FE1787-F774-9DE8-267E-08B4DCD7C6E0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4D68-A36C-6726-3231-BD050C7D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C0D7F25-54B0-1E92-364A-2F323415AA3D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18D0EBD-5A1C-DE58-8671-EC809FD7A977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DD5BCA0-63F7-1F3F-C68B-F064C894D628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9841066-EE5C-CA60-5A3E-76D444B349A9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68EBAB7-7425-9D50-3030-DD1B251E59FE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21F8507-3DEE-AA6C-6BED-6047458455B8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B5C0629-E814-913B-1675-D34AC3DD827E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131725-F3CA-4830-3B5A-821FE9D228A9}"/>
              </a:ext>
            </a:extLst>
          </p:cNvPr>
          <p:cNvSpPr txBox="1"/>
          <p:nvPr/>
        </p:nvSpPr>
        <p:spPr>
          <a:xfrm>
            <a:off x="10138767" y="3498093"/>
            <a:ext cx="7120533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Hiring annotators, writing guidelines, QA cycles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4FEE803-2AF8-3E60-9378-BA46E90F7E0F}"/>
              </a:ext>
            </a:extLst>
          </p:cNvPr>
          <p:cNvSpPr txBox="1"/>
          <p:nvPr/>
        </p:nvSpPr>
        <p:spPr>
          <a:xfrm>
            <a:off x="10138767" y="2745315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Slow and Costly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4652212-7446-0480-E73D-FFB930EEC0A0}"/>
              </a:ext>
            </a:extLst>
          </p:cNvPr>
          <p:cNvSpPr txBox="1"/>
          <p:nvPr/>
        </p:nvSpPr>
        <p:spPr>
          <a:xfrm>
            <a:off x="10138767" y="5082266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Variability in labeling standards, domain expertise, and people changes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097D9CE-86AD-B569-9E11-42ED1776F07B}"/>
              </a:ext>
            </a:extLst>
          </p:cNvPr>
          <p:cNvSpPr txBox="1"/>
          <p:nvPr/>
        </p:nvSpPr>
        <p:spPr>
          <a:xfrm>
            <a:off x="10138767" y="4329489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Inconsistency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190D754-515A-A1AE-84E8-9EDAB6C85A1F}"/>
              </a:ext>
            </a:extLst>
          </p:cNvPr>
          <p:cNvSpPr txBox="1"/>
          <p:nvPr/>
        </p:nvSpPr>
        <p:spPr>
          <a:xfrm>
            <a:off x="10138767" y="7102475"/>
            <a:ext cx="712053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Missing edge cases, long-tail phenomena, low-resource domains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46BDBAA-EF1C-6102-6774-9F4753C96D62}"/>
              </a:ext>
            </a:extLst>
          </p:cNvPr>
          <p:cNvSpPr txBox="1"/>
          <p:nvPr/>
        </p:nvSpPr>
        <p:spPr>
          <a:xfrm>
            <a:off x="10138767" y="6349697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Data Gaps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F374BB3-A755-A8D7-5058-087B3DED6876}"/>
              </a:ext>
            </a:extLst>
          </p:cNvPr>
          <p:cNvSpPr/>
          <p:nvPr/>
        </p:nvSpPr>
        <p:spPr>
          <a:xfrm>
            <a:off x="10138767" y="339808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4A7B43E-E4F5-DC95-812E-D0BB0778E1EE}"/>
              </a:ext>
            </a:extLst>
          </p:cNvPr>
          <p:cNvSpPr/>
          <p:nvPr/>
        </p:nvSpPr>
        <p:spPr>
          <a:xfrm>
            <a:off x="10138767" y="4981952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CD9433E4-22FA-6A75-2547-E4C7463C285E}"/>
              </a:ext>
            </a:extLst>
          </p:cNvPr>
          <p:cNvSpPr/>
          <p:nvPr/>
        </p:nvSpPr>
        <p:spPr>
          <a:xfrm>
            <a:off x="10138767" y="700216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5952EC-2BBF-1709-4D77-CB23B8EE9190}"/>
              </a:ext>
            </a:extLst>
          </p:cNvPr>
          <p:cNvSpPr txBox="1"/>
          <p:nvPr/>
        </p:nvSpPr>
        <p:spPr>
          <a:xfrm>
            <a:off x="1028700" y="1212691"/>
            <a:ext cx="7624800" cy="172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Bottlenecks of Manual Curation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5A94EE08-EC56-8C0A-7CEF-6ECF0CE87765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9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81EFE7DF-0698-7F9E-CC57-2A0C2BFE1177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DF7D1949-939A-8580-6D9F-F3472F547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470264"/>
              </p:ext>
            </p:extLst>
          </p:nvPr>
        </p:nvGraphicFramePr>
        <p:xfrm>
          <a:off x="1400067" y="3608129"/>
          <a:ext cx="6882066" cy="4588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199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D31F-2815-1E4F-8267-62380FFD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7315664-F2B1-F4CF-11FD-E638F3089D57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F23202F-2569-8C39-FEB1-04FA60CC0962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5EB5FEC-446A-42E5-0260-A6644A33398E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99BE1A-DFB7-BC18-CD71-25D8E1851151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9D6D1C-F999-5A63-A9A0-1867A858E2C7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C9E9F0-F253-D88B-2D5A-461F9B03EB19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ACFDBDE-678A-B0B4-AC78-07F0EE88628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817188C-7E67-14D2-6ECE-D3DF72E11516}"/>
              </a:ext>
            </a:extLst>
          </p:cNvPr>
          <p:cNvSpPr txBox="1"/>
          <p:nvPr/>
        </p:nvSpPr>
        <p:spPr>
          <a:xfrm>
            <a:off x="10138767" y="3498093"/>
            <a:ext cx="7120533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Bootstrap task-specific data with few prompts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B43848-168A-E1BA-3EF9-6CC3BF1BC516}"/>
              </a:ext>
            </a:extLst>
          </p:cNvPr>
          <p:cNvSpPr txBox="1"/>
          <p:nvPr/>
        </p:nvSpPr>
        <p:spPr>
          <a:xfrm>
            <a:off x="10138767" y="2745315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Rapid Generation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85BE69F-A210-35E2-139D-D5E907BAF263}"/>
              </a:ext>
            </a:extLst>
          </p:cNvPr>
          <p:cNvSpPr txBox="1"/>
          <p:nvPr/>
        </p:nvSpPr>
        <p:spPr>
          <a:xfrm>
            <a:off x="10138767" y="5082266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Create examples for rare entities, safety cases, or logical reasoning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958E447-3EB6-B8AA-CA5A-93BF0394A849}"/>
              </a:ext>
            </a:extLst>
          </p:cNvPr>
          <p:cNvSpPr txBox="1"/>
          <p:nvPr/>
        </p:nvSpPr>
        <p:spPr>
          <a:xfrm>
            <a:off x="10138767" y="4329489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Coverage Expansion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94198BB-8292-9944-6F9C-B1D0A656646B}"/>
              </a:ext>
            </a:extLst>
          </p:cNvPr>
          <p:cNvSpPr txBox="1"/>
          <p:nvPr/>
        </p:nvSpPr>
        <p:spPr>
          <a:xfrm>
            <a:off x="10138767" y="7102475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Generate diverse task data with few or without labeled seeds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03E3AB-941D-EC96-63E7-3FCDAB8C2E75}"/>
              </a:ext>
            </a:extLst>
          </p:cNvPr>
          <p:cNvSpPr txBox="1"/>
          <p:nvPr/>
        </p:nvSpPr>
        <p:spPr>
          <a:xfrm>
            <a:off x="10138767" y="6349697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Zero-shot and Few-shot Creation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20460AE-3B36-CC79-99A1-224D2A8E113A}"/>
              </a:ext>
            </a:extLst>
          </p:cNvPr>
          <p:cNvSpPr/>
          <p:nvPr/>
        </p:nvSpPr>
        <p:spPr>
          <a:xfrm>
            <a:off x="10138767" y="339808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0E203742-D010-7446-A0FF-1CAD3636D993}"/>
              </a:ext>
            </a:extLst>
          </p:cNvPr>
          <p:cNvSpPr/>
          <p:nvPr/>
        </p:nvSpPr>
        <p:spPr>
          <a:xfrm>
            <a:off x="10138767" y="4981952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6688774D-A089-7CC1-B306-1EF3C294A1DB}"/>
              </a:ext>
            </a:extLst>
          </p:cNvPr>
          <p:cNvSpPr/>
          <p:nvPr/>
        </p:nvSpPr>
        <p:spPr>
          <a:xfrm>
            <a:off x="10138767" y="700216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AF50CE8-D1CF-304D-5AD9-740B963F6960}"/>
              </a:ext>
            </a:extLst>
          </p:cNvPr>
          <p:cNvSpPr txBox="1"/>
          <p:nvPr/>
        </p:nvSpPr>
        <p:spPr>
          <a:xfrm>
            <a:off x="1028700" y="1212691"/>
            <a:ext cx="7624800" cy="172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Synthetic Data as a Curation Accelerator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2D5A30CA-E91C-7AF3-C292-A2ED39BFF8BB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10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5D2F088-571A-E824-3998-40A0E544D665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E9FC4288-ABA2-9BFF-20CA-BACCF7DDE3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6446811"/>
              </p:ext>
            </p:extLst>
          </p:nvPr>
        </p:nvGraphicFramePr>
        <p:xfrm>
          <a:off x="1400067" y="3608129"/>
          <a:ext cx="6882066" cy="4588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851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9B264-0F73-CC66-EA45-1D01853A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E22F1DE-346D-1EFE-4D57-6E5134F7D5E6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D22B35-C275-625C-4223-364F86CB03A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5264D9D-6ACD-6AD3-6438-31F13E566C3B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84AEA2B-DD7B-1EB3-EFF5-554621A7656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756AC2E-D968-9C04-EF3B-1DB9FFEAC843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85E22CE-E2D4-0706-51B5-3F2AA2824851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73BCD1E-E7C3-14BE-4DA5-1BAECA9DE29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EDD6C75-A534-FB9A-B2DB-936EE8A8EDE3}"/>
              </a:ext>
            </a:extLst>
          </p:cNvPr>
          <p:cNvSpPr txBox="1"/>
          <p:nvPr/>
        </p:nvSpPr>
        <p:spPr>
          <a:xfrm>
            <a:off x="10138767" y="3498093"/>
            <a:ext cx="7120533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Use humans to filter or rank synthetic outputs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C67DFC1-DCEF-57A1-2B41-D91948265214}"/>
              </a:ext>
            </a:extLst>
          </p:cNvPr>
          <p:cNvSpPr txBox="1"/>
          <p:nvPr/>
        </p:nvSpPr>
        <p:spPr>
          <a:xfrm>
            <a:off x="10138767" y="2745315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Synthetic First, Human Refined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5C9DDBB-9605-DBC0-DEE1-9EBDA563FABB}"/>
              </a:ext>
            </a:extLst>
          </p:cNvPr>
          <p:cNvSpPr txBox="1"/>
          <p:nvPr/>
        </p:nvSpPr>
        <p:spPr>
          <a:xfrm>
            <a:off x="10138767" y="5082266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Train models or improve prompts to generate better training examples iteratively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8EBEF63-11D1-D622-305B-B24D0752611F}"/>
              </a:ext>
            </a:extLst>
          </p:cNvPr>
          <p:cNvSpPr txBox="1"/>
          <p:nvPr/>
        </p:nvSpPr>
        <p:spPr>
          <a:xfrm>
            <a:off x="10138767" y="4329489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Self-Curation Loops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56BEC0-5CB2-688A-B9EE-632DBEB75C3A}"/>
              </a:ext>
            </a:extLst>
          </p:cNvPr>
          <p:cNvSpPr txBox="1"/>
          <p:nvPr/>
        </p:nvSpPr>
        <p:spPr>
          <a:xfrm>
            <a:off x="10138767" y="7102475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Use model to detect and flag human mistakes or rank human outputs for existing data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7052971-3537-8797-D9CF-F3F992834C71}"/>
              </a:ext>
            </a:extLst>
          </p:cNvPr>
          <p:cNvSpPr txBox="1"/>
          <p:nvPr/>
        </p:nvSpPr>
        <p:spPr>
          <a:xfrm>
            <a:off x="10138767" y="6349697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Model as Reviewer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379A34D-CF4A-3C45-CAAE-31105F71AE4F}"/>
              </a:ext>
            </a:extLst>
          </p:cNvPr>
          <p:cNvSpPr/>
          <p:nvPr/>
        </p:nvSpPr>
        <p:spPr>
          <a:xfrm>
            <a:off x="10138767" y="339808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FB0A36B-7EB0-2C96-403C-D5CCBED1354F}"/>
              </a:ext>
            </a:extLst>
          </p:cNvPr>
          <p:cNvSpPr/>
          <p:nvPr/>
        </p:nvSpPr>
        <p:spPr>
          <a:xfrm>
            <a:off x="10138767" y="4981952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80F1212F-5130-5654-2C6B-212D342AD280}"/>
              </a:ext>
            </a:extLst>
          </p:cNvPr>
          <p:cNvSpPr/>
          <p:nvPr/>
        </p:nvSpPr>
        <p:spPr>
          <a:xfrm>
            <a:off x="10138767" y="7002160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57BDE44-1A57-7556-858E-E83F6DD8EC8A}"/>
              </a:ext>
            </a:extLst>
          </p:cNvPr>
          <p:cNvSpPr txBox="1"/>
          <p:nvPr/>
        </p:nvSpPr>
        <p:spPr>
          <a:xfrm>
            <a:off x="1028700" y="1212691"/>
            <a:ext cx="7624800" cy="172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Human-in-the-Loop: Best of Both Worlds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CD6AEB4B-1507-8299-A0DF-72208AD4AA65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11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E98FC25-69C5-E2B1-5434-1CCA56E843FD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7C6F072F-877C-AC9B-9FBC-0DE46DEDD2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661250"/>
              </p:ext>
            </p:extLst>
          </p:nvPr>
        </p:nvGraphicFramePr>
        <p:xfrm>
          <a:off x="1400067" y="3608129"/>
          <a:ext cx="6882066" cy="4588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2754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D0CD2-CADE-F172-9214-4D72AF2DC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6">
            <a:extLst>
              <a:ext uri="{FF2B5EF4-FFF2-40B4-BE49-F238E27FC236}">
                <a16:creationId xmlns:a16="http://schemas.microsoft.com/office/drawing/2014/main" id="{06E036CD-7ADB-896B-E19D-EA4215114E1F}"/>
              </a:ext>
            </a:extLst>
          </p:cNvPr>
          <p:cNvGrpSpPr/>
          <p:nvPr/>
        </p:nvGrpSpPr>
        <p:grpSpPr>
          <a:xfrm>
            <a:off x="11317338" y="3009900"/>
            <a:ext cx="5941962" cy="773093"/>
            <a:chOff x="0" y="0"/>
            <a:chExt cx="3411676" cy="660400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F3612A27-69C6-0171-A495-3ED160B0B93E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923BB853-C7B7-B751-7D3C-BCE355492F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CD09C0A-DEF1-3C60-883A-14BDD3A3E8B5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7BE889-EB84-3477-D8EF-2C4453B696F5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7D50794-F0F5-D029-F8A4-3468B06CDE50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CB3503-C4A6-053D-AC7A-50DF0C96D9C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A1A0735-E06F-EFDC-E295-3528D9675952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74CE336-AEF0-A125-DBD6-A275DE8D1C56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491AAE2-75FA-1918-A5DA-6E9176C53C77}"/>
              </a:ext>
            </a:extLst>
          </p:cNvPr>
          <p:cNvSpPr txBox="1"/>
          <p:nvPr/>
        </p:nvSpPr>
        <p:spPr>
          <a:xfrm>
            <a:off x="1028699" y="1417288"/>
            <a:ext cx="15309987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LLMs vs. Human Annotators: Comparison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5D558EE-8A0B-93F1-22F0-5FF7D39C6BF1}"/>
              </a:ext>
            </a:extLst>
          </p:cNvPr>
          <p:cNvGrpSpPr/>
          <p:nvPr/>
        </p:nvGrpSpPr>
        <p:grpSpPr>
          <a:xfrm>
            <a:off x="1028700" y="3929028"/>
            <a:ext cx="3993857" cy="773093"/>
            <a:chOff x="0" y="0"/>
            <a:chExt cx="3411676" cy="6604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89E7F36-0FC5-6AE2-EC67-F76450B9B45A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3E756A4-7208-9AF4-2005-8F32B6785EE3}"/>
              </a:ext>
            </a:extLst>
          </p:cNvPr>
          <p:cNvGrpSpPr/>
          <p:nvPr/>
        </p:nvGrpSpPr>
        <p:grpSpPr>
          <a:xfrm>
            <a:off x="1028700" y="4844996"/>
            <a:ext cx="3993857" cy="773093"/>
            <a:chOff x="0" y="0"/>
            <a:chExt cx="3411676" cy="660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B955CD6-179F-C49F-F78A-41EB9BE71776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>
                <a:latin typeface="Lexend Deca" panose="020B0604020202020204" charset="0"/>
                <a:cs typeface="Lexend Deca" panose="020B0604020202020204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3500A8F-CBFF-3A89-E822-28389D289E91}"/>
              </a:ext>
            </a:extLst>
          </p:cNvPr>
          <p:cNvGrpSpPr/>
          <p:nvPr/>
        </p:nvGrpSpPr>
        <p:grpSpPr>
          <a:xfrm>
            <a:off x="1028700" y="5760965"/>
            <a:ext cx="3993857" cy="773093"/>
            <a:chOff x="0" y="0"/>
            <a:chExt cx="3411676" cy="6604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EFF00B0-1123-514A-B5DB-F45E877E90D0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908FAA5-F134-749B-48B2-82AFD87A8611}"/>
              </a:ext>
            </a:extLst>
          </p:cNvPr>
          <p:cNvGrpSpPr/>
          <p:nvPr/>
        </p:nvGrpSpPr>
        <p:grpSpPr>
          <a:xfrm>
            <a:off x="1028700" y="6676933"/>
            <a:ext cx="3993857" cy="773093"/>
            <a:chOff x="0" y="0"/>
            <a:chExt cx="3411676" cy="6604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87ECDDC-5EB9-DAB7-0CF3-5AF5F9502971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B9A6707-E357-2D20-50E3-32892212EF77}"/>
              </a:ext>
            </a:extLst>
          </p:cNvPr>
          <p:cNvGrpSpPr/>
          <p:nvPr/>
        </p:nvGrpSpPr>
        <p:grpSpPr>
          <a:xfrm>
            <a:off x="1028700" y="7592901"/>
            <a:ext cx="3993857" cy="773093"/>
            <a:chOff x="0" y="0"/>
            <a:chExt cx="3411676" cy="6604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C628B3E-ED22-5FAC-2EE1-79E11151CBBD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DBBFB40-59E0-2715-218D-97B02A90A946}"/>
              </a:ext>
            </a:extLst>
          </p:cNvPr>
          <p:cNvGrpSpPr/>
          <p:nvPr/>
        </p:nvGrpSpPr>
        <p:grpSpPr>
          <a:xfrm>
            <a:off x="5181602" y="3929028"/>
            <a:ext cx="5941960" cy="773093"/>
            <a:chOff x="0" y="0"/>
            <a:chExt cx="3411676" cy="6604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F6C4B73-A072-93E4-744F-3BBFCC4C3427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Slow (hours/days)</a:t>
              </a:r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E6D57650-3AA1-407C-E979-4C8ADF0287F2}"/>
              </a:ext>
            </a:extLst>
          </p:cNvPr>
          <p:cNvGrpSpPr/>
          <p:nvPr/>
        </p:nvGrpSpPr>
        <p:grpSpPr>
          <a:xfrm>
            <a:off x="5181602" y="4844996"/>
            <a:ext cx="5941960" cy="773093"/>
            <a:chOff x="0" y="0"/>
            <a:chExt cx="3411676" cy="6604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5C46070-ABCF-F428-9163-F98EE68E00A1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High (per-label/hourly rates)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74E0445-338B-1E40-EB24-DB7303D43BCC}"/>
              </a:ext>
            </a:extLst>
          </p:cNvPr>
          <p:cNvGrpSpPr/>
          <p:nvPr/>
        </p:nvGrpSpPr>
        <p:grpSpPr>
          <a:xfrm>
            <a:off x="5181602" y="5760965"/>
            <a:ext cx="5941960" cy="773093"/>
            <a:chOff x="0" y="0"/>
            <a:chExt cx="3411676" cy="6604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2243F5B7-9D76-41EE-61FD-1CEF56D08EF5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Variable (fatigue, bias)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B3F5B8F-EFEE-A03E-3330-F465531046DA}"/>
              </a:ext>
            </a:extLst>
          </p:cNvPr>
          <p:cNvGrpSpPr/>
          <p:nvPr/>
        </p:nvGrpSpPr>
        <p:grpSpPr>
          <a:xfrm>
            <a:off x="5181602" y="6676933"/>
            <a:ext cx="5941960" cy="773093"/>
            <a:chOff x="0" y="0"/>
            <a:chExt cx="3411676" cy="6604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355B1C0-07F6-9E36-ADCA-AC9912227711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Limited</a:t>
              </a:r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36C6BC63-6D02-603C-2A78-B7F9C22A2A00}"/>
              </a:ext>
            </a:extLst>
          </p:cNvPr>
          <p:cNvGrpSpPr/>
          <p:nvPr/>
        </p:nvGrpSpPr>
        <p:grpSpPr>
          <a:xfrm>
            <a:off x="5181602" y="7592901"/>
            <a:ext cx="5941960" cy="773093"/>
            <a:chOff x="0" y="0"/>
            <a:chExt cx="3411676" cy="6604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0C5513D-EC09-1610-4F53-D347A0EC675D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Strong for complex topics</a:t>
              </a:r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DEA62DDC-16C8-D947-C674-656C198AB43A}"/>
              </a:ext>
            </a:extLst>
          </p:cNvPr>
          <p:cNvGrpSpPr/>
          <p:nvPr/>
        </p:nvGrpSpPr>
        <p:grpSpPr>
          <a:xfrm>
            <a:off x="5181600" y="3009900"/>
            <a:ext cx="5941962" cy="773093"/>
            <a:chOff x="0" y="0"/>
            <a:chExt cx="3411676" cy="6604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D21227EF-831B-FDE8-4071-8C6872FB2A19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BC0A17BD-2D66-15C1-FAED-355E458623B6}"/>
              </a:ext>
            </a:extLst>
          </p:cNvPr>
          <p:cNvGrpSpPr/>
          <p:nvPr/>
        </p:nvGrpSpPr>
        <p:grpSpPr>
          <a:xfrm>
            <a:off x="11317338" y="3929028"/>
            <a:ext cx="5941962" cy="773093"/>
            <a:chOff x="0" y="0"/>
            <a:chExt cx="3411676" cy="660400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72EBE1E8-1AAE-158D-261D-2B5DD9C8DC26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Instant or near-real-time</a:t>
              </a: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682C5F93-43F9-11A1-70E4-CBCB4C12F680}"/>
              </a:ext>
            </a:extLst>
          </p:cNvPr>
          <p:cNvGrpSpPr/>
          <p:nvPr/>
        </p:nvGrpSpPr>
        <p:grpSpPr>
          <a:xfrm>
            <a:off x="11317338" y="4844996"/>
            <a:ext cx="5941962" cy="773093"/>
            <a:chOff x="0" y="0"/>
            <a:chExt cx="3411676" cy="6604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FB7B995D-65B0-ED32-F979-08D5C72E0508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Low once infrastructure is set</a:t>
              </a:r>
            </a:p>
          </p:txBody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968AC6B5-B3D9-B744-C32C-ED10D61E184A}"/>
              </a:ext>
            </a:extLst>
          </p:cNvPr>
          <p:cNvGrpSpPr/>
          <p:nvPr/>
        </p:nvGrpSpPr>
        <p:grpSpPr>
          <a:xfrm>
            <a:off x="11317338" y="5760965"/>
            <a:ext cx="5941962" cy="773093"/>
            <a:chOff x="0" y="0"/>
            <a:chExt cx="3411676" cy="660400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3E296416-5B31-36E2-66FC-CD69E39E5370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High (depends on model + prompt)</a:t>
              </a:r>
            </a:p>
          </p:txBody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3C66C993-7FCA-7B39-5D32-7EF90F8E49D2}"/>
              </a:ext>
            </a:extLst>
          </p:cNvPr>
          <p:cNvGrpSpPr/>
          <p:nvPr/>
        </p:nvGrpSpPr>
        <p:grpSpPr>
          <a:xfrm>
            <a:off x="11317338" y="6676933"/>
            <a:ext cx="5941962" cy="773093"/>
            <a:chOff x="0" y="0"/>
            <a:chExt cx="3411676" cy="660400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EBF35A31-0996-F6A9-72E7-418EDA1869D3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Massively scalable</a:t>
              </a: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8E4FC469-2C46-3A42-E9F2-BF428E586836}"/>
              </a:ext>
            </a:extLst>
          </p:cNvPr>
          <p:cNvGrpSpPr/>
          <p:nvPr/>
        </p:nvGrpSpPr>
        <p:grpSpPr>
          <a:xfrm>
            <a:off x="11317338" y="7592901"/>
            <a:ext cx="5941962" cy="773093"/>
            <a:chOff x="0" y="0"/>
            <a:chExt cx="3411676" cy="660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64DF508F-CAE9-6451-2221-A9EA30975A76}"/>
                </a:ext>
              </a:extLst>
            </p:cNvPr>
            <p:cNvSpPr/>
            <p:nvPr/>
          </p:nvSpPr>
          <p:spPr>
            <a:xfrm>
              <a:off x="0" y="0"/>
              <a:ext cx="3411676" cy="660400"/>
            </a:xfrm>
            <a:custGeom>
              <a:avLst/>
              <a:gdLst/>
              <a:ahLst/>
              <a:cxnLst/>
              <a:rect l="l" t="t" r="r" b="b"/>
              <a:pathLst>
                <a:path w="3411676" h="660400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  <p:txBody>
            <a:bodyPr anchor="ctr"/>
            <a:lstStyle/>
            <a:p>
              <a:pPr algn="ctr"/>
              <a:r>
                <a:rPr lang="en-US" sz="2400" dirty="0">
                  <a:latin typeface="Outfit" panose="020B0604020202020204" charset="0"/>
                </a:rPr>
                <a:t>Varies by model + context</a:t>
              </a:r>
            </a:p>
          </p:txBody>
        </p:sp>
      </p:grpSp>
      <p:sp>
        <p:nvSpPr>
          <p:cNvPr id="68" name="TextBox 68">
            <a:extLst>
              <a:ext uri="{FF2B5EF4-FFF2-40B4-BE49-F238E27FC236}">
                <a16:creationId xmlns:a16="http://schemas.microsoft.com/office/drawing/2014/main" id="{0AC6D7AC-A8D1-29ED-95D5-B5447A33D3FE}"/>
              </a:ext>
            </a:extLst>
          </p:cNvPr>
          <p:cNvSpPr txBox="1"/>
          <p:nvPr/>
        </p:nvSpPr>
        <p:spPr>
          <a:xfrm>
            <a:off x="1099772" y="4120312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Speed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BC14FF61-CD7F-FAA9-0A5F-307D5B54320A}"/>
              </a:ext>
            </a:extLst>
          </p:cNvPr>
          <p:cNvSpPr txBox="1"/>
          <p:nvPr/>
        </p:nvSpPr>
        <p:spPr>
          <a:xfrm>
            <a:off x="1099772" y="5036280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Cost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C82746E5-68B6-7B33-3D3F-5AD323B1C540}"/>
              </a:ext>
            </a:extLst>
          </p:cNvPr>
          <p:cNvSpPr txBox="1"/>
          <p:nvPr/>
        </p:nvSpPr>
        <p:spPr>
          <a:xfrm>
            <a:off x="1099772" y="5952249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Consistency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9F6E3759-5DCA-979C-8036-D0BFFFAA69AF}"/>
              </a:ext>
            </a:extLst>
          </p:cNvPr>
          <p:cNvSpPr txBox="1"/>
          <p:nvPr/>
        </p:nvSpPr>
        <p:spPr>
          <a:xfrm>
            <a:off x="1099772" y="6868217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Scale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4D02C69-9A6C-429F-2734-E22126D24CEE}"/>
              </a:ext>
            </a:extLst>
          </p:cNvPr>
          <p:cNvSpPr txBox="1"/>
          <p:nvPr/>
        </p:nvSpPr>
        <p:spPr>
          <a:xfrm>
            <a:off x="1099772" y="7784185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Nuance Handling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B9C6C04-0EB0-AD97-C57A-FD8025A5D012}"/>
              </a:ext>
            </a:extLst>
          </p:cNvPr>
          <p:cNvSpPr txBox="1"/>
          <p:nvPr/>
        </p:nvSpPr>
        <p:spPr>
          <a:xfrm>
            <a:off x="6150523" y="3201184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Human Annotators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B8F51640-822B-A303-7A40-0EB0357278DD}"/>
              </a:ext>
            </a:extLst>
          </p:cNvPr>
          <p:cNvSpPr txBox="1"/>
          <p:nvPr/>
        </p:nvSpPr>
        <p:spPr>
          <a:xfrm>
            <a:off x="12187628" y="3216846"/>
            <a:ext cx="3851713" cy="3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5F5F4"/>
                </a:solidFill>
                <a:latin typeface="Lexend Deca" panose="020B0604020202020204" charset="0"/>
                <a:ea typeface="Public Sans Bold"/>
                <a:cs typeface="Lexend Deca" panose="020B0604020202020204" charset="0"/>
                <a:sym typeface="Public Sans Bold"/>
              </a:rPr>
              <a:t>LLMs as Annotators</a:t>
            </a:r>
          </a:p>
        </p:txBody>
      </p:sp>
      <p:sp>
        <p:nvSpPr>
          <p:cNvPr id="77" name="TextBox 10">
            <a:extLst>
              <a:ext uri="{FF2B5EF4-FFF2-40B4-BE49-F238E27FC236}">
                <a16:creationId xmlns:a16="http://schemas.microsoft.com/office/drawing/2014/main" id="{5A8DF07C-B387-21C0-A9AA-AEBD61D3EA71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D54DDC31-6383-C668-7EEE-1B285640C960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12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3993027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5287-D77D-67CB-D948-A1FB54E9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AAFB0DE-4FE7-7126-121B-3713F82FCF2C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79A4D27-3294-2CB0-47CB-FB7566054BEC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B7AFF3F-FDE0-29D9-E2D8-B180F46B868E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1E88EC-2FD1-E524-2BD9-F2BE45EED244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A13C1CD-CE4E-7DB7-FA1C-4BAA24E6ABAC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6330631-668D-B783-EA01-868AA0055F3E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D2DB880-15C6-224F-9960-21E26A78E0F1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CF58D9-4205-C594-241A-EB54870D5CFE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E6C1CAC-E024-36D5-7EC8-612A9E511F4E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When to Use Humans vs. LLMs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2B2484-1D18-5290-E0F5-D153FD198285}"/>
              </a:ext>
            </a:extLst>
          </p:cNvPr>
          <p:cNvSpPr txBox="1"/>
          <p:nvPr/>
        </p:nvSpPr>
        <p:spPr>
          <a:xfrm>
            <a:off x="1028700" y="2714466"/>
            <a:ext cx="15334814" cy="4481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Use LLMs when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You need large-scale classification or generation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Tasks are well-defined (e.g., span labeling, ranking)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Cost and speed are bottlenecks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Data cannot be human-reviewed (e.g., for privacy, security)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Working with harmful content</a:t>
            </a:r>
          </a:p>
          <a:p>
            <a:pPr indent="-198120">
              <a:lnSpc>
                <a:spcPts val="3359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/>
                <a:sym typeface="Outfit Bold"/>
              </a:rPr>
              <a:t>Use humans when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Dealing with subtle judgment, ethics, or domain expertise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Tasks involve ambiguity, subjectivity, or safety concerns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You need gold-standard quality or evaluation data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66A9D73-C1B3-099E-1392-8EA3DDF721D8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13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557536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1EA7-BFB9-AADC-EB2B-AF6CF5B7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7D06BB-8AE4-14FA-4D9B-8B6B8912096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EAE1CC6-5524-B8E1-9C48-8F26582FCDE6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E3A9CAB-57CF-FCA7-3AAF-32D056F19DDF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16D0A18-1ED8-8115-854A-A4346C07D6FC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1B84215-B672-18ED-12BF-FE5F33AD5F2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073D85-6E5B-17E1-1813-D80468EE346C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7E4F874-9501-7138-F655-281984B691F4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907E2AC-007C-478F-D16F-78FA9FB2287C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A716CB-22C0-8C59-F7D4-E02B0437BA83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Case Studies: Combining LLMs and Humans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8A8E102-1663-A8AA-E15F-2671518F2B08}"/>
              </a:ext>
            </a:extLst>
          </p:cNvPr>
          <p:cNvSpPr txBox="1"/>
          <p:nvPr/>
        </p:nvSpPr>
        <p:spPr>
          <a:xfrm>
            <a:off x="1028700" y="2714466"/>
            <a:ext cx="15334814" cy="4563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198120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  <a:ea typeface="Outfit Bold"/>
                <a:cs typeface="Outfit Bold"/>
                <a:sym typeface="Outfit Bold"/>
              </a:rPr>
              <a:t>LLMs generate, humans review</a:t>
            </a:r>
            <a:endParaRPr lang="en-US" sz="2400" dirty="0">
              <a:solidFill>
                <a:srgbClr val="000000"/>
              </a:solidFill>
              <a:latin typeface="Outfit Bold" panose="020B0604020202020204" charset="0"/>
              <a:ea typeface="Outfit Bold"/>
              <a:cs typeface="Outfit Bold"/>
              <a:sym typeface="Outfit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Powerful LLMs generate 100k instruction-response pairs for fine-tuning</a:t>
            </a:r>
            <a:endParaRPr lang="en-US" sz="2400" dirty="0">
              <a:latin typeface="Outfit" panose="020B0604020202020204" charset="0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Human reviewers evaluate a small subset (1–2%) for quality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High and low-agreement examples are used to improve weak areas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latin typeface="Outfit" panose="020B0604020202020204" charset="0"/>
              </a:rPr>
              <a:t>Humans focus on judgment-heavy areas while LLMs handle the bulk</a:t>
            </a:r>
          </a:p>
          <a:p>
            <a:pPr indent="-198120">
              <a:lnSpc>
                <a:spcPts val="3359"/>
              </a:lnSpc>
              <a:spcBef>
                <a:spcPts val="1800"/>
              </a:spcBef>
            </a:pPr>
            <a:r>
              <a:rPr lang="en-US" sz="2400" dirty="0">
                <a:latin typeface="Outfit Bold" panose="020B0604020202020204" charset="0"/>
              </a:rPr>
              <a:t>Humans annotate, LLMs review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LLMs generate nuanced versions of model responses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Human annotators label 2K pairs for preference alignment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LLMs detect obvious mistakes and inconsistencies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Feedback goes to human annotators for improving quality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7FDD9DB-FE28-5B71-F89C-368FEAEE0F6F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14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1605818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25FC1-CF5B-2EFF-6C46-A5944E8F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2B4A8A-EF6C-C5A4-B944-8E00E6C48D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35A1274-A221-7FB1-34A3-8DC8E293A01C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3: Synthetic Data in LLM Distillation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08500EE-1734-0961-FEF4-7D79F5B52721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9F71AFB-6975-8F61-0B06-749D2FADEFB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89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79BD5-00BE-B6B9-9DC1-5EC73FCB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B956068-A9C6-38D4-8218-6196DF1D7050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085521-3C66-E436-180E-81A826FFABC6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128B50-4739-34F0-1459-0A8DE5D609DA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090CF3-AEA3-D1FD-3428-13E890D3682D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BBDABC0-2CF6-3EFA-79CC-4740E786F399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8F537B-C719-5E89-7FEE-F154A2F5FA6A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5D0018B-B70D-4CE6-74F3-D4CA50A452CD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33142F-7199-1748-787D-3027A6CF670B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Synthetic Data in LLM Distillation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E2D3A21-345F-4223-80FA-D4B76C69C80B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LLM Distillation?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88FA3CF-02E4-2B46-9A16-5DE09CD23907}"/>
              </a:ext>
            </a:extLst>
          </p:cNvPr>
          <p:cNvSpPr txBox="1"/>
          <p:nvPr/>
        </p:nvSpPr>
        <p:spPr>
          <a:xfrm>
            <a:off x="1104305" y="2714466"/>
            <a:ext cx="15259209" cy="4353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198120">
              <a:lnSpc>
                <a:spcPts val="3359"/>
              </a:lnSpc>
            </a:pPr>
            <a:r>
              <a:rPr lang="en-US" sz="2400" dirty="0">
                <a:latin typeface="Outfit" panose="020B0604020202020204" charset="0"/>
              </a:rPr>
              <a:t>Transferring knowledge from a larger “teacher” model to a smaller “student” model</a:t>
            </a:r>
            <a:endParaRPr lang="en-US" sz="2400" b="1" dirty="0">
              <a:solidFill>
                <a:srgbClr val="000000"/>
              </a:solidFill>
              <a:latin typeface="Outfit" panose="020B0604020202020204" charset="0"/>
              <a:ea typeface="Outfit Bold"/>
              <a:cs typeface="Outfit Bold"/>
              <a:sym typeface="Outfit Bold"/>
            </a:endParaRPr>
          </a:p>
          <a:p>
            <a:pPr indent="-198120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  <a:ea typeface="Outfit Bold"/>
                <a:cs typeface="Outfit Bold"/>
                <a:sym typeface="Outfit Bold"/>
              </a:rPr>
              <a:t>Why it matters?</a:t>
            </a:r>
            <a:endParaRPr lang="en-US" sz="2400" dirty="0">
              <a:solidFill>
                <a:srgbClr val="000000"/>
              </a:solidFill>
              <a:latin typeface="Outfit Bold" panose="020B0604020202020204" charset="0"/>
              <a:ea typeface="Outfit Bold"/>
              <a:cs typeface="Outfit Bold"/>
              <a:sym typeface="Outfit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Reduces model size and inference cost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Enables deployment on edge devices or under-budget constraints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Distillation bridges the gap between cutting-edge performance and efficient deployment</a:t>
            </a:r>
          </a:p>
          <a:p>
            <a:pPr indent="-198120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Role of synthetic data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Teacher model generates prompt-response pairs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Student learns to imitate high-quality outputs without original training data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Synthetic examples are often better than real-world text for targeted learning</a:t>
            </a:r>
            <a:endParaRPr lang="en-US" sz="2400" dirty="0">
              <a:solidFill>
                <a:srgbClr val="000000"/>
              </a:solidFill>
              <a:latin typeface="Outfit" panose="020B0604020202020204" charset="0"/>
              <a:sym typeface="Outfit Bold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21E740D-405E-B71C-672A-5718E9692637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16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585455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CC10-088F-EFAB-A1BC-174FB6BF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BAF6134-FD14-DC11-8E1F-3001846B2BE0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F77F7FB-D9B9-D997-73E5-8AF102DB59F1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62729B3-AB58-7A02-5871-2B184A2F5607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EA8766E-E95F-1F2E-1DD8-A7A2D6A51B35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962AE81-E775-8C83-C326-FDBF066232EF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F8FFFCC-BB06-4BE8-6E65-977ED27EDD00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C231DC9-6EB2-C182-3760-27F4ECA1122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424817A-8A20-E039-3ACF-37FACE513497}"/>
              </a:ext>
            </a:extLst>
          </p:cNvPr>
          <p:cNvSpPr txBox="1"/>
          <p:nvPr/>
        </p:nvSpPr>
        <p:spPr>
          <a:xfrm>
            <a:off x="10138767" y="2086278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Large models encode nuanced patterns that can be distilled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69BC6DD-4F4D-F07D-A341-4B5C10E22FF9}"/>
              </a:ext>
            </a:extLst>
          </p:cNvPr>
          <p:cNvSpPr txBox="1"/>
          <p:nvPr/>
        </p:nvSpPr>
        <p:spPr>
          <a:xfrm>
            <a:off x="10138767" y="1333500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High-quality supervision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29348B4-1CA8-BA9F-CBE1-9504110C9AF7}"/>
              </a:ext>
            </a:extLst>
          </p:cNvPr>
          <p:cNvSpPr txBox="1"/>
          <p:nvPr/>
        </p:nvSpPr>
        <p:spPr>
          <a:xfrm>
            <a:off x="10138767" y="4123287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Focus generation on specific formats (e.g., summarization, chain-of-thought)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A22822-1BA8-92FD-351B-E2D60B5D492D}"/>
              </a:ext>
            </a:extLst>
          </p:cNvPr>
          <p:cNvSpPr txBox="1"/>
          <p:nvPr/>
        </p:nvSpPr>
        <p:spPr>
          <a:xfrm>
            <a:off x="10138767" y="3370510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Customization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56C404-EEF8-DB2C-8AE1-28E7DC9361F8}"/>
              </a:ext>
            </a:extLst>
          </p:cNvPr>
          <p:cNvSpPr txBox="1"/>
          <p:nvPr/>
        </p:nvSpPr>
        <p:spPr>
          <a:xfrm>
            <a:off x="10138767" y="6143496"/>
            <a:ext cx="7120533" cy="8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Distilled models show strong results on benchmarks like MMLU and HellaSwag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CE49E40-670E-6F92-8B29-5BC650CC52CE}"/>
              </a:ext>
            </a:extLst>
          </p:cNvPr>
          <p:cNvSpPr txBox="1"/>
          <p:nvPr/>
        </p:nvSpPr>
        <p:spPr>
          <a:xfrm>
            <a:off x="10138767" y="5390718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Performance 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77AFC91-8C78-34FC-3BD1-4DB1B67E6229}"/>
              </a:ext>
            </a:extLst>
          </p:cNvPr>
          <p:cNvSpPr/>
          <p:nvPr/>
        </p:nvSpPr>
        <p:spPr>
          <a:xfrm>
            <a:off x="10138767" y="1986265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A4548EC-BDB2-3670-352F-DD89C6783FFD}"/>
              </a:ext>
            </a:extLst>
          </p:cNvPr>
          <p:cNvSpPr/>
          <p:nvPr/>
        </p:nvSpPr>
        <p:spPr>
          <a:xfrm>
            <a:off x="10138767" y="4022973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19FF01A4-2FE5-CF29-AF47-3A77AA378513}"/>
              </a:ext>
            </a:extLst>
          </p:cNvPr>
          <p:cNvSpPr/>
          <p:nvPr/>
        </p:nvSpPr>
        <p:spPr>
          <a:xfrm>
            <a:off x="10138767" y="6043181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41CC4D6-1895-BF65-898C-F478249B482D}"/>
              </a:ext>
            </a:extLst>
          </p:cNvPr>
          <p:cNvSpPr txBox="1"/>
          <p:nvPr/>
        </p:nvSpPr>
        <p:spPr>
          <a:xfrm>
            <a:off x="1028700" y="1212691"/>
            <a:ext cx="7624800" cy="172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Why Synthetic Data Works?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32DE964-E5AA-E493-DFB2-140A0FE9437E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17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398A5138-2BE6-EDE0-663A-9146D64DD1C4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Accelerating Data Curation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698660E-DEAA-969C-4DEB-F7AE16C86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5296625"/>
              </p:ext>
            </p:extLst>
          </p:nvPr>
        </p:nvGraphicFramePr>
        <p:xfrm>
          <a:off x="1548743" y="3672340"/>
          <a:ext cx="3210536" cy="4588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Chart Placeholder 10">
            <a:extLst>
              <a:ext uri="{FF2B5EF4-FFF2-40B4-BE49-F238E27FC236}">
                <a16:creationId xmlns:a16="http://schemas.microsoft.com/office/drawing/2014/main" id="{FB3BF2EA-0480-1BC4-DE40-242CCF8E09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4566475"/>
              </p:ext>
            </p:extLst>
          </p:nvPr>
        </p:nvGraphicFramePr>
        <p:xfrm>
          <a:off x="5522286" y="3303020"/>
          <a:ext cx="3621714" cy="504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TextBox 16">
            <a:extLst>
              <a:ext uri="{FF2B5EF4-FFF2-40B4-BE49-F238E27FC236}">
                <a16:creationId xmlns:a16="http://schemas.microsoft.com/office/drawing/2014/main" id="{C10B903D-C726-38E1-A743-86465F8CF549}"/>
              </a:ext>
            </a:extLst>
          </p:cNvPr>
          <p:cNvSpPr txBox="1"/>
          <p:nvPr/>
        </p:nvSpPr>
        <p:spPr>
          <a:xfrm>
            <a:off x="10134600" y="8150741"/>
            <a:ext cx="7120533" cy="878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Use intermediate "teacher-assistant" model for even smaller </a:t>
            </a:r>
            <a:r>
              <a:rPr lang="en-US" sz="2499" dirty="0">
                <a:solidFill>
                  <a:srgbClr val="333333"/>
                </a:solidFill>
                <a:latin typeface="Outfit"/>
                <a:sym typeface="Outfit"/>
              </a:rPr>
              <a:t>versions on </a:t>
            </a:r>
            <a:r>
              <a:rPr lang="en-US" sz="2499" dirty="0">
                <a:solidFill>
                  <a:srgbClr val="333333"/>
                </a:solidFill>
                <a:latin typeface="Outfit"/>
              </a:rPr>
              <a:t>mobile/edge devices</a:t>
            </a:r>
            <a:endParaRPr lang="en-US" sz="2499" dirty="0">
              <a:solidFill>
                <a:srgbClr val="333333"/>
              </a:solidFill>
              <a:latin typeface="Outfit"/>
              <a:sym typeface="Outfit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B98DB243-EBAB-9CA9-F219-0CE46B159496}"/>
              </a:ext>
            </a:extLst>
          </p:cNvPr>
          <p:cNvSpPr txBox="1"/>
          <p:nvPr/>
        </p:nvSpPr>
        <p:spPr>
          <a:xfrm>
            <a:off x="10134600" y="7397963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Multi-step distillation </a:t>
            </a:r>
          </a:p>
        </p:txBody>
      </p:sp>
      <p:sp>
        <p:nvSpPr>
          <p:cNvPr id="23" name="AutoShape 20">
            <a:extLst>
              <a:ext uri="{FF2B5EF4-FFF2-40B4-BE49-F238E27FC236}">
                <a16:creationId xmlns:a16="http://schemas.microsoft.com/office/drawing/2014/main" id="{78AAC15E-BFB9-1283-D23B-30563C4066BF}"/>
              </a:ext>
            </a:extLst>
          </p:cNvPr>
          <p:cNvSpPr/>
          <p:nvPr/>
        </p:nvSpPr>
        <p:spPr>
          <a:xfrm>
            <a:off x="10134600" y="8050426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C6C1-B3C4-4786-F1D7-C89B82FD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D368BD-9262-228E-2748-7C86B9172B4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29D2EA2-2800-C2EC-A52E-1DD08AF08469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4: Preference Alignment Case Study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D61518-269F-F2A1-5C5E-04E7A5CB6F77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F9F196D-D0C1-CCDC-B15B-F7FDBCD2CFCE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20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A5D2-5DC4-24B5-1BF6-CD84AD4F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D0DA3CE-1BB0-16CD-759E-B81E1639A9EC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B9D2B3-E018-5441-8229-306A3A24E75A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2FD4B73-71C0-ECC1-48DF-DF70F70E7A65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9CFF464-07CD-7459-0B40-5929316B4966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6F2955A-506F-A97B-F86B-103065DA2D9A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6BB0842-47C0-86A9-1137-4199F068290B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6B4C0F5-6C4B-695B-FA90-CDA46387EC3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0292B31-1211-F350-2DF8-3834D5B6238A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Preference Alignment Case Study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1CBCAE-B15F-7B2D-A60B-5118F75513F2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Aligning LLMs with Human Preferences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3EAAD9-E2B8-3038-58A3-191CB667C62D}"/>
              </a:ext>
            </a:extLst>
          </p:cNvPr>
          <p:cNvSpPr txBox="1"/>
          <p:nvPr/>
        </p:nvSpPr>
        <p:spPr>
          <a:xfrm>
            <a:off x="1104305" y="2714466"/>
            <a:ext cx="15259209" cy="4789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  <a:ea typeface="Outfit Bold"/>
                <a:cs typeface="Outfit Bold"/>
                <a:sym typeface="Outfit Bold"/>
              </a:rPr>
              <a:t>Objective: </a:t>
            </a: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Train models to respond in a manner that aligns with user expectations and community values</a:t>
            </a:r>
          </a:p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Traditional RLHF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Human feedback ranks multiple outputs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These rankings train a reward model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Typical model outputs may lack the required variability</a:t>
            </a:r>
          </a:p>
          <a:p>
            <a:pPr marL="259080" lvl="1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Synthetic Preference Alignment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Use LLMs to generate output pairs (e.g., one concise and helpful, one overly short, verbose, or hedged)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Or use LLMs to rewrite a golden response into a less desirable response, forming a pair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Auto-label preferred responses for alignment training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Reduces cost and scales faster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55D1FA9F-67C1-8067-AEBE-D42AE7503E53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19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2765366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349F-9FC4-8BFB-300D-C73DED0A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2864C5C-BE6A-C60C-BD83-2F4673E9C4E1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901CE8-F94E-0BEF-45D2-16F4ACF6060F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CF17D02-42F7-795B-CF8E-D03D0CE01FB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0CFC72-57C8-A988-672E-F4A8ED6B6F7A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75DF69-A217-6FCB-F6DC-58713E12FDFF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5259314-F08F-DCDA-F854-8CDF789FEF59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46C6B47-5AF0-30EA-67BF-CAD565DCAD7A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D31DD9-6D18-BF90-04B1-B218C492A09E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Preference Alignment Case Study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84488D-FA83-BFF8-72B2-DD9D94287463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Case Study — Ray-Ban Meta Smart Glasses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991E88-D554-EEF0-5DAA-247071CC7327}"/>
              </a:ext>
            </a:extLst>
          </p:cNvPr>
          <p:cNvSpPr txBox="1"/>
          <p:nvPr/>
        </p:nvSpPr>
        <p:spPr>
          <a:xfrm>
            <a:off x="1104305" y="2714466"/>
            <a:ext cx="15259209" cy="589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  <a:ea typeface="Outfit Bold"/>
                <a:cs typeface="Outfit Bold"/>
                <a:sym typeface="Outfit Bold"/>
              </a:rPr>
              <a:t>Context</a:t>
            </a:r>
          </a:p>
          <a:p>
            <a:pPr marL="259080" lvl="1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ea typeface="Outfit Bold"/>
                <a:cs typeface="Outfit Bold"/>
                <a:sym typeface="Outfit Bold"/>
              </a:rPr>
              <a:t>Ray-Ban Meta Smart Glasses integrate an AI assistant (Meta AI) for real-time answers and recommendations through voice and visual interactions for </a:t>
            </a: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scenarios like “Recommend a hat to pair with this T-shirt”</a:t>
            </a:r>
            <a:endParaRPr lang="en-US" sz="2400" dirty="0">
              <a:solidFill>
                <a:srgbClr val="000000"/>
              </a:solidFill>
              <a:latin typeface="Outfit" panose="020B0604020202020204" charset="0"/>
              <a:ea typeface="Outfit Bold"/>
              <a:cs typeface="Outfit Bold"/>
              <a:sym typeface="Outfit Bold"/>
            </a:endParaRPr>
          </a:p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Generating prompt-response pairs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Obtain 1K question-answer pairs with golden responses that are concise and assertive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Golden responses are aligned with product managers and conversation designers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LLM (Llama 4) generates too short, too verbose, non-helpful and hedging variants</a:t>
            </a:r>
          </a:p>
          <a:p>
            <a:pPr marL="259080" lvl="1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Synthetic ranking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Golden response versions are auto-labeled as preferred over generated variants</a:t>
            </a:r>
          </a:p>
          <a:p>
            <a:pPr marL="259080" lvl="1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Fine-tuning outcome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Meta AI becomes more helpful and clearer in speech interactions — ideal for on-the-go use cases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Response helpfulness improved by 40% and hedging reduced by 15% via preference optimization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3F67A26-5C05-BF32-76EE-184B3185109A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122" name="Picture 2" descr="RAY-BAN | META WAYFARER Sunglasses in Black and Clear - | Ray-Ban® US">
            <a:extLst>
              <a:ext uri="{FF2B5EF4-FFF2-40B4-BE49-F238E27FC236}">
                <a16:creationId xmlns:a16="http://schemas.microsoft.com/office/drawing/2014/main" id="{28937FA9-5F35-92A0-B926-6EA04C872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9758" y="4493378"/>
            <a:ext cx="3393205" cy="282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74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1519-8886-2574-CC81-5477580F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9382CC-C336-EA9A-371E-084BC5035D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ADA47AE-F0F8-BAB0-801E-2B7806229DBF}"/>
              </a:ext>
            </a:extLst>
          </p:cNvPr>
          <p:cNvSpPr txBox="1"/>
          <p:nvPr/>
        </p:nvSpPr>
        <p:spPr>
          <a:xfrm>
            <a:off x="1028700" y="4479925"/>
            <a:ext cx="12001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5: Building Robustness with Synthetic Data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664F9F9-A5CC-6EFC-601A-9D7920A4548F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6ED6743-A6E1-C853-1247-20677BD75D28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195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7B23-C0FE-9CD3-2E80-FA6BCA2F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9EEBE18-8B02-09D1-D83E-CA7DFA036B46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7C22A3-132D-9A63-C882-2C23EA943DFA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CB45300-1D57-FFCC-2EF7-5A36D96C377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E958DE-D3C0-A49E-F04D-6ADE0031C8DB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FF6CEA-750E-287C-8BD1-DFE42589DE1B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43E327-C1A4-4C5B-9AE1-2FA41C411212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5F17BAC-8C4E-1EB0-45F7-E3EBDEC11BC1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09DA8A-3AF4-2CF8-CFC0-2C4D583A653F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Building Robustness with Synthetic Data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50A32DA-CAAA-1B34-66A5-8772F358011C}"/>
              </a:ext>
            </a:extLst>
          </p:cNvPr>
          <p:cNvSpPr txBox="1"/>
          <p:nvPr/>
        </p:nvSpPr>
        <p:spPr>
          <a:xfrm>
            <a:off x="1028700" y="1236622"/>
            <a:ext cx="1530998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Model Robustness to Real-World Noise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1BA33C-6EA1-F2EB-2407-BFBBAB121745}"/>
              </a:ext>
            </a:extLst>
          </p:cNvPr>
          <p:cNvSpPr txBox="1"/>
          <p:nvPr/>
        </p:nvSpPr>
        <p:spPr>
          <a:xfrm>
            <a:off x="1104305" y="2714466"/>
            <a:ext cx="15259209" cy="5225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  <a:ea typeface="Outfit Bold"/>
                <a:cs typeface="Outfit Bold"/>
                <a:sym typeface="Outfit Bold"/>
              </a:rPr>
              <a:t>Problem: </a:t>
            </a: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LLMs could struggle with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Contextual misspellings (e.g., "their" vs. "there")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Speech recognition errors (e.g., “and session” vs. “end session”)</a:t>
            </a: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Optical Character Recognition (OCR) distortions (e.g., "I1" instead of "</a:t>
            </a:r>
            <a:r>
              <a:rPr lang="en-US" sz="2400" dirty="0" err="1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ll</a:t>
            </a: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")</a:t>
            </a:r>
          </a:p>
          <a:p>
            <a:pPr marL="259080" lvl="1" algn="l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Challenges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These errors are unpredictable and rare in curated datasets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Manual generation is time-consuming and incomplete</a:t>
            </a:r>
          </a:p>
          <a:p>
            <a:pPr marL="259080" lvl="1">
              <a:lnSpc>
                <a:spcPts val="3359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000000"/>
                </a:solidFill>
                <a:latin typeface="Outfit Bold" panose="020B0604020202020204" charset="0"/>
              </a:rPr>
              <a:t>Solution: </a:t>
            </a: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</a:rPr>
              <a:t>Use synthetic data to systematically simulate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Typos and phonetic errors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Confused homophones and grammar mistakes</a:t>
            </a:r>
          </a:p>
          <a:p>
            <a:pPr marL="601980" lvl="1" indent="-342900" algn="l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 panose="020B0604020202020204" charset="0"/>
                <a:sym typeface="Outfit Bold"/>
              </a:rPr>
              <a:t>Visual artifacts from low-quality scans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BBC63C4-22FB-143B-EEC1-78F84D058AF3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22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55900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36A5-C9A0-3489-02E1-78D1DF46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2073950-8BA7-29A3-E1C6-9414C526BE5F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A52448-5FFE-0E0E-0A3D-A5E5234E143C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494F16-0E38-9D84-CC16-9AF8FF77082F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7728C13-0920-4851-B3A8-CDDFC86617C7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A2BF287-BB40-999F-03F8-86F24A8ABA6E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F678E2F-4CE4-55D4-2A2A-D1A2A61E3D44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7327013-0736-C477-E678-BB12E74B4863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7729AEB-6348-97B2-0274-E4FF93AB9F6F}"/>
              </a:ext>
            </a:extLst>
          </p:cNvPr>
          <p:cNvSpPr txBox="1"/>
          <p:nvPr/>
        </p:nvSpPr>
        <p:spPr>
          <a:xfrm>
            <a:off x="10138767" y="3457878"/>
            <a:ext cx="7120533" cy="22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500" b="1" dirty="0">
                <a:latin typeface="Outfit Bold" panose="020B0604020202020204" charset="0"/>
              </a:rPr>
              <a:t>Typos:</a:t>
            </a:r>
            <a:r>
              <a:rPr lang="en-US" sz="2500" dirty="0">
                <a:latin typeface="Outfit" panose="020B0604020202020204" charset="0"/>
              </a:rPr>
              <a:t> keyboard-distance typo generators</a:t>
            </a:r>
          </a:p>
          <a:p>
            <a:pPr algn="l">
              <a:lnSpc>
                <a:spcPts val="3499"/>
              </a:lnSpc>
            </a:pPr>
            <a:r>
              <a:rPr lang="en-US" sz="2500" b="1" dirty="0">
                <a:latin typeface="Outfit Bold" panose="020B0604020202020204" charset="0"/>
              </a:rPr>
              <a:t>ASR errors:</a:t>
            </a:r>
            <a:r>
              <a:rPr lang="en-US" sz="2500" dirty="0">
                <a:latin typeface="Outfit" panose="020B0604020202020204" charset="0"/>
              </a:rPr>
              <a:t> simulate with TTS → ASR loops or confuse lookalike terms</a:t>
            </a:r>
          </a:p>
          <a:p>
            <a:pPr algn="l">
              <a:lnSpc>
                <a:spcPts val="3499"/>
              </a:lnSpc>
            </a:pPr>
            <a:r>
              <a:rPr lang="en-US" sz="2500" b="1" dirty="0">
                <a:latin typeface="Outfit Bold" panose="020B0604020202020204" charset="0"/>
              </a:rPr>
              <a:t>OCR distortions:</a:t>
            </a:r>
            <a:r>
              <a:rPr lang="en-US" sz="2500" dirty="0">
                <a:latin typeface="Outfit" panose="020B0604020202020204" charset="0"/>
              </a:rPr>
              <a:t> inject random spacing, characters, and misreads</a:t>
            </a:r>
            <a:endParaRPr lang="en-US" sz="2500" dirty="0">
              <a:solidFill>
                <a:srgbClr val="333333"/>
              </a:solidFill>
              <a:latin typeface="Outfit" panose="020B0604020202020204" charset="0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5A19D10-6E25-8D33-BE48-929929D113EF}"/>
              </a:ext>
            </a:extLst>
          </p:cNvPr>
          <p:cNvSpPr txBox="1"/>
          <p:nvPr/>
        </p:nvSpPr>
        <p:spPr>
          <a:xfrm>
            <a:off x="10138767" y="2705100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Common Techniques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973E10C-00B3-7406-0889-3A8B1F65F6CA}"/>
              </a:ext>
            </a:extLst>
          </p:cNvPr>
          <p:cNvSpPr txBox="1"/>
          <p:nvPr/>
        </p:nvSpPr>
        <p:spPr>
          <a:xfrm>
            <a:off x="10138767" y="6810678"/>
            <a:ext cx="7120533" cy="176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Generate multiple corrupted variants per input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Balance datasets with clean and noisy inputs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Fine-tune and/or test models on these  augmented corpora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4E6048-C2F5-BE68-CF06-9A577392996E}"/>
              </a:ext>
            </a:extLst>
          </p:cNvPr>
          <p:cNvSpPr txBox="1"/>
          <p:nvPr/>
        </p:nvSpPr>
        <p:spPr>
          <a:xfrm>
            <a:off x="10138767" y="6057900"/>
            <a:ext cx="712053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Augmentation Strategies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75E3E88F-D906-F89F-6877-BEB183EA198F}"/>
              </a:ext>
            </a:extLst>
          </p:cNvPr>
          <p:cNvSpPr/>
          <p:nvPr/>
        </p:nvSpPr>
        <p:spPr>
          <a:xfrm>
            <a:off x="10138767" y="3357865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4922F131-CBCA-4131-9DCA-E08697D93378}"/>
              </a:ext>
            </a:extLst>
          </p:cNvPr>
          <p:cNvSpPr/>
          <p:nvPr/>
        </p:nvSpPr>
        <p:spPr>
          <a:xfrm>
            <a:off x="10138767" y="6710363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3084D59-C6D3-CCF6-DC1F-6D6E17A64CFA}"/>
              </a:ext>
            </a:extLst>
          </p:cNvPr>
          <p:cNvSpPr txBox="1"/>
          <p:nvPr/>
        </p:nvSpPr>
        <p:spPr>
          <a:xfrm>
            <a:off x="1028700" y="1212691"/>
            <a:ext cx="7624800" cy="172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Synthetic Techniques for Model Robustness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033F1A1D-5C8D-ED88-1871-CAFB3F28B430}"/>
              </a:ext>
            </a:extLst>
          </p:cNvPr>
          <p:cNvSpPr txBox="1"/>
          <p:nvPr/>
        </p:nvSpPr>
        <p:spPr>
          <a:xfrm>
            <a:off x="1104305" y="9397048"/>
            <a:ext cx="1029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</a:t>
            </a:r>
            <a:fld id="{EE0AF452-9146-44DA-A214-34FB815F92B9}" type="slidenum">
              <a:rPr lang="en-US" sz="2400" smtClean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23</a:t>
            </a:fld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83D5A7EA-4BF3-EEDA-643A-E6CB5DAE8080}"/>
              </a:ext>
            </a:extLst>
          </p:cNvPr>
          <p:cNvSpPr txBox="1"/>
          <p:nvPr/>
        </p:nvSpPr>
        <p:spPr>
          <a:xfrm>
            <a:off x="1060437" y="435787"/>
            <a:ext cx="152782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Building Robustness with Synthetic Data</a:t>
            </a:r>
          </a:p>
        </p:txBody>
      </p:sp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708AB930-73A7-DFAC-2706-531E7A6C7E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586409"/>
              </p:ext>
            </p:extLst>
          </p:nvPr>
        </p:nvGraphicFramePr>
        <p:xfrm>
          <a:off x="1400067" y="3608129"/>
          <a:ext cx="6882066" cy="4588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8913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C1AF9-3172-B322-C00C-7BC15F31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9A288C-E52F-8EC3-658A-30E556EB52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9C75AD1-0917-3B78-B112-A1CCAB24F69A}"/>
              </a:ext>
            </a:extLst>
          </p:cNvPr>
          <p:cNvSpPr txBox="1"/>
          <p:nvPr/>
        </p:nvSpPr>
        <p:spPr>
          <a:xfrm>
            <a:off x="1028701" y="4479925"/>
            <a:ext cx="11361419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3323A6D-F349-B6E2-A5A0-6F0D191F6B17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9E9480F-7967-9DB1-3051-6BCF6D96FD10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8C7B5-FBDD-4421-5CC0-9DC8F565F253}"/>
              </a:ext>
            </a:extLst>
          </p:cNvPr>
          <p:cNvSpPr txBox="1"/>
          <p:nvPr/>
        </p:nvSpPr>
        <p:spPr>
          <a:xfrm>
            <a:off x="1028701" y="2781300"/>
            <a:ext cx="11361419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245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fisComment xmlns="53292dda-03c3-4977-bff8-bb8e9ba9cad7" xsi:nil="true"/>
    <TaxCatchAll xmlns="c866c9ed-2f7a-4860-bf57-8153ff3a210a" xsi:nil="true"/>
    <PageCount xmlns="53292dda-03c3-4977-bff8-bb8e9ba9cad7" xsi:nil="true"/>
    <Notes0 xmlns="53292dda-03c3-4977-bff8-bb8e9ba9cad7" xsi:nil="true"/>
    <Early_x0020_Access xmlns="53292dda-03c3-4977-bff8-bb8e9ba9cad7">false</Early_x0020_Access>
    <TR_x0020_Name_x0020_1 xmlns="53292dda-03c3-4977-bff8-bb8e9ba9cad7" xsi:nil="true"/>
    <Reviewer xmlns="53292dda-03c3-4977-bff8-bb8e9ba9cad7" xsi:nil="true"/>
    <DaysAllocated xmlns="53292dda-03c3-4977-bff8-bb8e9ba9cad7">1</DaysAllocated>
    <Priority xmlns="53292dda-03c3-4977-bff8-bb8e9ba9cad7">false</Priority>
    <TR_x0020_Score xmlns="53292dda-03c3-4977-bff8-bb8e9ba9cad7" xsi:nil="true"/>
    <lcf76f155ced4ddcb4097134ff3c332f xmlns="53292dda-03c3-4977-bff8-bb8e9ba9cad7">
      <Terms xmlns="http://schemas.microsoft.com/office/infopath/2007/PartnerControls"/>
    </lcf76f155ced4ddcb4097134ff3c332f>
    <Asset_x0020_Number xmlns="53292dda-03c3-4977-bff8-bb8e9ba9cad7" xsi:nil="true"/>
    <Plagiarism_x0020_Originality xmlns="53292dda-03c3-4977-bff8-bb8e9ba9cad7" xsi:nil="true"/>
    <AssetStage xmlns="53292dda-03c3-4977-bff8-bb8e9ba9cad7" xsi:nil="true"/>
    <Process xmlns="53292dda-03c3-4977-bff8-bb8e9ba9cad7">CE</Process>
    <Asset_x0020_Type xmlns="53292dda-03c3-4977-bff8-bb8e9ba9cad7" xsi:nil="true"/>
    <Category xmlns="53292dda-03c3-4977-bff8-bb8e9ba9cad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D1E3B10FD647B2C00F8D5CAE40C5" ma:contentTypeVersion="29" ma:contentTypeDescription="Create a new document." ma:contentTypeScope="" ma:versionID="5ae1002b84da2e0cdc6cefba5629065c">
  <xsd:schema xmlns:xsd="http://www.w3.org/2001/XMLSchema" xmlns:xs="http://www.w3.org/2001/XMLSchema" xmlns:p="http://schemas.microsoft.com/office/2006/metadata/properties" xmlns:ns2="53292dda-03c3-4977-bff8-bb8e9ba9cad7" xmlns:ns3="c866c9ed-2f7a-4860-bf57-8153ff3a210a" targetNamespace="http://schemas.microsoft.com/office/2006/metadata/properties" ma:root="true" ma:fieldsID="5165f4bd19b4b66600da1cc23aa1ddf4" ns2:_="" ns3:_="">
    <xsd:import namespace="53292dda-03c3-4977-bff8-bb8e9ba9cad7"/>
    <xsd:import namespace="c866c9ed-2f7a-4860-bf57-8153ff3a210a"/>
    <xsd:element name="properties">
      <xsd:complexType>
        <xsd:sequence>
          <xsd:element name="documentManagement">
            <xsd:complexType>
              <xsd:all>
                <xsd:element ref="ns2:PageCount" minOccurs="0"/>
                <xsd:element ref="ns2:AssetStage" minOccurs="0"/>
                <xsd:element ref="ns2:DaysAllocated" minOccurs="0"/>
                <xsd:element ref="ns2:Priority" minOccurs="0"/>
                <xsd:element ref="ns2:Proces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Asset_x0020_Number" minOccurs="0"/>
                <xsd:element ref="ns2:Asset_x0020_Type" minOccurs="0"/>
                <xsd:element ref="ns2:Category" minOccurs="0"/>
                <xsd:element ref="ns2:Early_x0020_Access" minOccurs="0"/>
                <xsd:element ref="ns2:Plagiarism_x0020_Originality" minOccurs="0"/>
                <xsd:element ref="ns2:TR_x0020_Score" minOccurs="0"/>
                <xsd:element ref="ns2:Notes0" minOccurs="0"/>
                <xsd:element ref="ns2:Reviewer" minOccurs="0"/>
                <xsd:element ref="ns2:TR_x0020_Name_x0020_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SafisComment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92dda-03c3-4977-bff8-bb8e9ba9cad7" elementFormDefault="qualified">
    <xsd:import namespace="http://schemas.microsoft.com/office/2006/documentManagement/types"/>
    <xsd:import namespace="http://schemas.microsoft.com/office/infopath/2007/PartnerControls"/>
    <xsd:element name="PageCount" ma:index="8" nillable="true" ma:displayName="Page Count" ma:decimals="0" ma:format="Dropdown" ma:internalName="PageCount" ma:percentage="FALSE">
      <xsd:simpleType>
        <xsd:restriction base="dms:Number"/>
      </xsd:simpleType>
    </xsd:element>
    <xsd:element name="AssetStage" ma:index="9" nillable="true" ma:displayName="Asset Stage" ma:format="Dropdown" ma:internalName="AssetStage">
      <xsd:simpleType>
        <xsd:union memberTypes="dms:Text">
          <xsd:simpleType>
            <xsd:restriction base="dms:Choice">
              <xsd:enumeration value="Preliminary Draft In"/>
              <xsd:enumeration value="1st Preliminary Draft Revision"/>
              <xsd:enumeration value="1st Revision Submission"/>
              <xsd:enumeration value="2nd Preliminary Draft Revision"/>
              <xsd:enumeration value="2nd Revision Submission"/>
              <xsd:enumeration value="3rd Preliminary Draft Revision"/>
              <xsd:enumeration value="3rd Revision Submission"/>
              <xsd:enumeration value="Preliminary Draft Acceptance"/>
              <xsd:enumeration value="Draft Ready for Review"/>
              <xsd:enumeration value="Technical Review Sent"/>
              <xsd:enumeration value="Technical Review Received"/>
              <xsd:enumeration value="Rewrites Ready"/>
              <xsd:enumeration value="Rewrites Sent"/>
              <xsd:enumeration value="Final Draft Submission"/>
              <xsd:enumeration value="Final Draft Revision"/>
              <xsd:enumeration value="Final Draft Revision Received"/>
              <xsd:enumeration value="Final Draft Acceptance"/>
              <xsd:enumeration value="Technical Editing"/>
              <xsd:enumeration value="Copy Edit Submission"/>
              <xsd:enumeration value="Copy Editing Done"/>
              <xsd:enumeration value="Placed for Indexing"/>
              <xsd:enumeration value="Indexed"/>
              <xsd:enumeration value="Layouts"/>
              <xsd:enumeration value="Proof Read Submission"/>
              <xsd:enumeration value="Proof Reading Done"/>
              <xsd:enumeration value="PR - Checks"/>
              <xsd:enumeration value="Prefinals Ready"/>
              <xsd:enumeration value="Prefinals Sent"/>
              <xsd:enumeration value="Prefinals Received"/>
              <xsd:enumeration value="Final Review"/>
              <xsd:enumeration value="Finals Completed"/>
              <xsd:enumeration value="​Indexer Finalization"/>
              <xsd:enumeration value="​Editor Finalization"/>
              <xsd:enumeration value="​Production Designer Finalization"/>
              <xsd:enumeration value="Porfolio Director - Checks"/>
              <xsd:enumeration value="​Upload"/>
              <xsd:enumeration value="​Graphics and Code Bundle Complete"/>
              <xsd:enumeration value="​Post Upload"/>
              <xsd:enumeration value="​Published"/>
            </xsd:restriction>
          </xsd:simpleType>
        </xsd:union>
      </xsd:simpleType>
    </xsd:element>
    <xsd:element name="DaysAllocated" ma:index="10" nillable="true" ma:displayName="Days Allocated" ma:decimals="0" ma:default="1" ma:format="Dropdown" ma:internalName="DaysAllocated" ma:percentage="FALSE">
      <xsd:simpleType>
        <xsd:restriction base="dms:Number"/>
      </xsd:simpleType>
    </xsd:element>
    <xsd:element name="Priority" ma:index="11" nillable="true" ma:displayName="Priority" ma:default="0" ma:internalName="Priority">
      <xsd:simpleType>
        <xsd:restriction base="dms:Boolean"/>
      </xsd:simpleType>
    </xsd:element>
    <xsd:element name="Process" ma:index="12" nillable="true" ma:displayName="Process" ma:default="CE" ma:format="Dropdown" ma:internalName="Process">
      <xsd:simpleType>
        <xsd:restriction base="dms:Choice">
          <xsd:enumeration value="CE"/>
          <xsd:enumeration value="LSE"/>
          <xsd:enumeration value="DCE"/>
          <xsd:enumeration value="WPR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et_x0020_Number" ma:index="17" nillable="true" ma:displayName="Asset Number" ma:description="This is the asset number of the project and no asset type should have same numbers" ma:format="Dropdown" ma:internalName="Asset_x0020_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  <xsd:enumeration value="11"/>
              <xsd:enumeration value="12"/>
              <xsd:enumeration value="13"/>
              <xsd:enumeration value="14"/>
              <xsd:enumeration value="15"/>
              <xsd:enumeration value="16"/>
              <xsd:enumeration value="17"/>
              <xsd:enumeration value="18"/>
              <xsd:enumeration value="19"/>
              <xsd:enumeration value="20"/>
              <xsd:enumeration value="21"/>
              <xsd:enumeration value="22"/>
              <xsd:enumeration value="23"/>
              <xsd:enumeration value="24"/>
              <xsd:enumeration value="25"/>
              <xsd:enumeration value="26"/>
              <xsd:enumeration value="27"/>
              <xsd:enumeration value="28"/>
              <xsd:enumeration value="29"/>
              <xsd:enumeration value="30"/>
              <xsd:enumeration value="31"/>
              <xsd:enumeration value="32"/>
              <xsd:enumeration value="33"/>
              <xsd:enumeration value="34"/>
              <xsd:enumeration value="35"/>
              <xsd:enumeration value="36"/>
              <xsd:enumeration value="37"/>
              <xsd:enumeration value="38"/>
              <xsd:enumeration value="39"/>
              <xsd:enumeration value="40"/>
            </xsd:restriction>
          </xsd:simpleType>
        </xsd:union>
      </xsd:simpleType>
    </xsd:element>
    <xsd:element name="Asset_x0020_Type" ma:index="18" nillable="true" ma:displayName="Asset Type" ma:description="This is the type of Asset related to the product development" ma:format="Dropdown" ma:internalName="Asset_x0020_Type">
      <xsd:simpleType>
        <xsd:restriction base="dms:Choice">
          <xsd:enumeration value="Chapter"/>
          <xsd:enumeration value="Video"/>
          <xsd:enumeration value="Index"/>
          <xsd:enumeration value="Front Matter"/>
          <xsd:enumeration value="Back Matter"/>
          <xsd:enumeration value="Code"/>
          <xsd:enumeration value="Book"/>
          <xsd:enumeration value="Graphic"/>
          <xsd:enumeration value="Other"/>
        </xsd:restriction>
      </xsd:simpleType>
    </xsd:element>
    <xsd:element name="Category" ma:index="19" nillable="true" ma:displayName="Category" ma:format="Dropdown" ma:internalName="Category">
      <xsd:simpleType>
        <xsd:restriction base="dms:Choice">
          <xsd:enumeration value="Cybersecurity"/>
          <xsd:enumeration value="Data Engineering"/>
          <xsd:enumeration value="Data Science"/>
          <xsd:enumeration value="Embedded Systems Development"/>
          <xsd:enumeration value="Game Development"/>
          <xsd:enumeration value="LLM Engineering"/>
          <xsd:enumeration value="Software Engineering and Architecture"/>
          <xsd:enumeration value="Systems Administration and Networking"/>
          <xsd:enumeration value="Tech Powered Pro"/>
          <xsd:enumeration value="Web &amp; Application Development"/>
        </xsd:restriction>
      </xsd:simpleType>
    </xsd:element>
    <xsd:element name="Early_x0020_Access" ma:index="20" nillable="true" ma:displayName="Early Access" ma:default="0" ma:description="This is an option which you select when you want the chapter to be a part of the Early Access" ma:internalName="Early_x0020_Access">
      <xsd:simpleType>
        <xsd:restriction base="dms:Boolean"/>
      </xsd:simpleType>
    </xsd:element>
    <xsd:element name="Plagiarism_x0020_Originality" ma:index="21" nillable="true" ma:displayName="Plagiarism Originality" ma:description="This is a column to fill the plagiarism originality scores" ma:internalName="Plagiarism_x0020_Originality">
      <xsd:simpleType>
        <xsd:restriction base="dms:Number"/>
      </xsd:simpleType>
    </xsd:element>
    <xsd:element name="TR_x0020_Score" ma:index="22" nillable="true" ma:displayName="TR Score" ma:decimals="1" ma:internalName="TR_x0020_Score">
      <xsd:simpleType>
        <xsd:restriction base="dms:Number">
          <xsd:maxInclusive value="10"/>
          <xsd:minInclusive value="1"/>
        </xsd:restriction>
      </xsd:simpleType>
    </xsd:element>
    <xsd:element name="Notes0" ma:index="23" nillable="true" ma:displayName="Notes" ma:internalName="Notes0">
      <xsd:simpleType>
        <xsd:restriction base="dms:Text">
          <xsd:maxLength value="255"/>
        </xsd:restriction>
      </xsd:simpleType>
    </xsd:element>
    <xsd:element name="Reviewer" ma:index="24" nillable="true" ma:displayName="Reviewer" ma:format="Dropdown" ma:internalName="Reviewer">
      <xsd:simpleType>
        <xsd:restriction base="dms:Text">
          <xsd:maxLength value="255"/>
        </xsd:restriction>
      </xsd:simpleType>
    </xsd:element>
    <xsd:element name="TR_x0020_Name_x0020_1" ma:index="25" nillable="true" ma:displayName="TR Name 1" ma:description="&quot;attack&quot; in &quot;Compressor&quot; bullet point&#10;&#10;I am keeping this highlighted so that I can explain what Attack (technical sound term) means in the Glossary." ma:internalName="TR_x0020_Name_x0020_1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3" nillable="true" ma:displayName="Location" ma:description="" ma:indexed="true" ma:internalName="MediaServiceLocation" ma:readOnly="true">
      <xsd:simpleType>
        <xsd:restriction base="dms:Text"/>
      </xsd:simpleType>
    </xsd:element>
    <xsd:element name="SafisComment" ma:index="34" nillable="true" ma:displayName="Safis Comment" ma:format="Dropdown" ma:internalName="SafisComment">
      <xsd:simpleType>
        <xsd:restriction base="dms:Choice">
          <xsd:enumeration value="Same Day TAT"/>
          <xsd:enumeration value="One Day TAT"/>
        </xsd:restriction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c9ed-2f7a-4860-bf57-8153ff3a210a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0b99e7b-2d5c-4d76-8978-e279b984ef45}" ma:internalName="TaxCatchAll" ma:showField="CatchAllData" ma:web="c866c9ed-2f7a-4860-bf57-8153ff3a21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BFC7D0-2E4D-4F92-8E3C-BC7BA48B35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54663A-E550-4C46-847E-AAC14A281F4B}">
  <ds:schemaRefs>
    <ds:schemaRef ds:uri="http://schemas.microsoft.com/office/2006/metadata/properties"/>
    <ds:schemaRef ds:uri="http://schemas.microsoft.com/office/infopath/2007/PartnerControls"/>
    <ds:schemaRef ds:uri="53292dda-03c3-4977-bff8-bb8e9ba9cad7"/>
    <ds:schemaRef ds:uri="c866c9ed-2f7a-4860-bf57-8153ff3a210a"/>
  </ds:schemaRefs>
</ds:datastoreItem>
</file>

<file path=customXml/itemProps3.xml><?xml version="1.0" encoding="utf-8"?>
<ds:datastoreItem xmlns:ds="http://schemas.openxmlformats.org/officeDocument/2006/customXml" ds:itemID="{18CC0629-939D-432D-BEB2-822186D97C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292dda-03c3-4977-bff8-bb8e9ba9cad7"/>
    <ds:schemaRef ds:uri="c866c9ed-2f7a-4860-bf57-8153ff3a21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1947</Words>
  <Application>Microsoft Office PowerPoint</Application>
  <PresentationFormat>Custom</PresentationFormat>
  <Paragraphs>313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Outfit</vt:lpstr>
      <vt:lpstr>Lexend Deca</vt:lpstr>
      <vt:lpstr>Outfit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Eslam Kamal</cp:lastModifiedBy>
  <cp:revision>10</cp:revision>
  <dcterms:created xsi:type="dcterms:W3CDTF">2006-08-16T00:00:00Z</dcterms:created>
  <dcterms:modified xsi:type="dcterms:W3CDTF">2025-07-18T13:10:34Z</dcterms:modified>
  <dc:identifier>DAGmMKGe-eA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0x010100F28CD1E3B10FD647B2C00F8D5CAE40C5</vt:lpwstr>
  </property>
  <property fmtid="{D5CDD505-2E9C-101B-9397-08002B2CF9AE}" pid="3" name="Order">
    <vt:r8>408800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